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6"/>
  </p:notesMasterIdLst>
  <p:sldIdLst>
    <p:sldId id="280" r:id="rId5"/>
  </p:sldIdLst>
  <p:sldSz cx="7596188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C4578D-CB27-ED25-AE9B-F159A4C614D3}" name="Veljanovic, Nevena (PHAC/ASPC)" initials="VN(" userId="S::nevena.veljanovic@phac-aspc.gc.ca::9ce95a16-f2c4-4c4e-b314-ec09d7a8b8ea" providerId="AD"/>
  <p188:author id="{62495BF7-FD08-7F20-76B8-78F5399473D5}" name="Hetman, Benjamin (PHAC/ASPC)" initials="HB(" userId="S::benjamin.hetman@phac-aspc.gc.ca::1e969e13-0ec0-4abe-8d9d-b073bf2c91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42004-3263-2A63-B994-456D947EA30E}" v="21" dt="2023-05-01T15:52:52.962"/>
    <p1510:client id="{606A5157-F2DC-455C-AC84-4CA1A305FD2C}" v="214" dt="2023-04-27T21:42:10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1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ljanovic, Nevena (PHAC/ASPC)" userId="S::nevena.veljanovic@phac-aspc.gc.ca::9ce95a16-f2c4-4c4e-b314-ec09d7a8b8ea" providerId="AD" clId="Web-{1500E4F3-8F55-1A75-FCE1-0CFC1675CAD0}"/>
    <pc:docChg chg="addSld delSld modSld">
      <pc:chgData name="Veljanovic, Nevena (PHAC/ASPC)" userId="S::nevena.veljanovic@phac-aspc.gc.ca::9ce95a16-f2c4-4c4e-b314-ec09d7a8b8ea" providerId="AD" clId="Web-{1500E4F3-8F55-1A75-FCE1-0CFC1675CAD0}" dt="2023-04-27T21:22:58.391" v="2" actId="1076"/>
      <pc:docMkLst>
        <pc:docMk/>
      </pc:docMkLst>
      <pc:sldChg chg="modSp add replId">
        <pc:chgData name="Veljanovic, Nevena (PHAC/ASPC)" userId="S::nevena.veljanovic@phac-aspc.gc.ca::9ce95a16-f2c4-4c4e-b314-ec09d7a8b8ea" providerId="AD" clId="Web-{1500E4F3-8F55-1A75-FCE1-0CFC1675CAD0}" dt="2023-04-27T21:22:58.391" v="2" actId="1076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1500E4F3-8F55-1A75-FCE1-0CFC1675CAD0}" dt="2023-04-27T21:22:58.391" v="2" actId="1076"/>
          <ac:spMkLst>
            <pc:docMk/>
            <pc:sldMk cId="1028357646" sldId="280"/>
            <ac:spMk id="2" creationId="{6F8FB9B0-246E-8F45-9BEE-A5F2FC617684}"/>
          </ac:spMkLst>
        </pc:spChg>
      </pc:sldChg>
      <pc:sldChg chg="del">
        <pc:chgData name="Veljanovic, Nevena (PHAC/ASPC)" userId="S::nevena.veljanovic@phac-aspc.gc.ca::9ce95a16-f2c4-4c4e-b314-ec09d7a8b8ea" providerId="AD" clId="Web-{1500E4F3-8F55-1A75-FCE1-0CFC1675CAD0}" dt="2023-04-27T20:32:58.300" v="0"/>
        <pc:sldMkLst>
          <pc:docMk/>
          <pc:sldMk cId="1211695495" sldId="280"/>
        </pc:sldMkLst>
      </pc:sldChg>
    </pc:docChg>
  </pc:docChgLst>
  <pc:docChgLst>
    <pc:chgData name="Veljanovic, Nevena (PHAC/ASPC)" userId="9ce95a16-f2c4-4c4e-b314-ec09d7a8b8ea" providerId="ADAL" clId="{8803F02F-1BA0-4018-B46A-3E18033F3AAB}"/>
    <pc:docChg chg="undo custSel delSld modSld sldOrd">
      <pc:chgData name="Veljanovic, Nevena (PHAC/ASPC)" userId="9ce95a16-f2c4-4c4e-b314-ec09d7a8b8ea" providerId="ADAL" clId="{8803F02F-1BA0-4018-B46A-3E18033F3AAB}" dt="2023-04-28T15:28:15.295" v="2235"/>
      <pc:docMkLst>
        <pc:docMk/>
      </pc:docMkLst>
      <pc:sldChg chg="del">
        <pc:chgData name="Veljanovic, Nevena (PHAC/ASPC)" userId="9ce95a16-f2c4-4c4e-b314-ec09d7a8b8ea" providerId="ADAL" clId="{8803F02F-1BA0-4018-B46A-3E18033F3AAB}" dt="2023-04-28T14:26:13.772" v="1725" actId="47"/>
        <pc:sldMkLst>
          <pc:docMk/>
          <pc:sldMk cId="392808700" sldId="278"/>
        </pc:sldMkLst>
      </pc:sldChg>
      <pc:sldChg chg="modCm">
        <pc:chgData name="Veljanovic, Nevena (PHAC/ASPC)" userId="9ce95a16-f2c4-4c4e-b314-ec09d7a8b8ea" providerId="ADAL" clId="{8803F02F-1BA0-4018-B46A-3E18033F3AAB}" dt="2023-04-28T15:28:15.295" v="2235"/>
        <pc:sldMkLst>
          <pc:docMk/>
          <pc:sldMk cId="670642617" sldId="27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Veljanovic, Nevena (PHAC/ASPC)" userId="9ce95a16-f2c4-4c4e-b314-ec09d7a8b8ea" providerId="ADAL" clId="{8803F02F-1BA0-4018-B46A-3E18033F3AAB}" dt="2023-04-28T15:28:15.295" v="2235"/>
              <pc2:cmMkLst xmlns:pc2="http://schemas.microsoft.com/office/powerpoint/2019/9/main/command">
                <pc:docMk/>
                <pc:sldMk cId="670642617" sldId="279"/>
                <pc2:cmMk id="{AA6910E8-21B7-4CBE-BDDE-522A5539EAD0}"/>
              </pc2:cmMkLst>
              <pc226:cmRplyChg chg="add">
                <pc226:chgData name="Veljanovic, Nevena (PHAC/ASPC)" userId="9ce95a16-f2c4-4c4e-b314-ec09d7a8b8ea" providerId="ADAL" clId="{8803F02F-1BA0-4018-B46A-3E18033F3AAB}" dt="2023-04-28T15:28:15.295" v="2235"/>
                <pc2:cmRplyMkLst xmlns:pc2="http://schemas.microsoft.com/office/powerpoint/2019/9/main/command">
                  <pc:docMk/>
                  <pc:sldMk cId="670642617" sldId="279"/>
                  <pc2:cmMk id="{AA6910E8-21B7-4CBE-BDDE-522A5539EAD0}"/>
                  <pc2:cmRplyMk id="{C08F9851-7ED7-4CF3-8711-AA9C63AB2972}"/>
                </pc2:cmRplyMkLst>
              </pc226:cmRplyChg>
            </pc226:cmChg>
          </p:ext>
        </pc:extLst>
      </pc:sldChg>
      <pc:sldChg chg="addSp delSp modSp mod ord">
        <pc:chgData name="Veljanovic, Nevena (PHAC/ASPC)" userId="9ce95a16-f2c4-4c4e-b314-ec09d7a8b8ea" providerId="ADAL" clId="{8803F02F-1BA0-4018-B46A-3E18033F3AAB}" dt="2023-04-28T15:23:26.015" v="2234" actId="1038"/>
        <pc:sldMkLst>
          <pc:docMk/>
          <pc:sldMk cId="1028357646" sldId="280"/>
        </pc:sldMkLst>
        <pc:spChg chg="mod">
          <ac:chgData name="Veljanovic, Nevena (PHAC/ASPC)" userId="9ce95a16-f2c4-4c4e-b314-ec09d7a8b8ea" providerId="ADAL" clId="{8803F02F-1BA0-4018-B46A-3E18033F3AAB}" dt="2023-04-28T15:17:58.780" v="1920"/>
          <ac:spMkLst>
            <pc:docMk/>
            <pc:sldMk cId="1028357646" sldId="280"/>
            <ac:spMk id="2" creationId="{6F8FB9B0-246E-8F45-9BEE-A5F2FC617684}"/>
          </ac:spMkLst>
        </pc:spChg>
        <pc:spChg chg="add mod">
          <ac:chgData name="Veljanovic, Nevena (PHAC/ASPC)" userId="9ce95a16-f2c4-4c4e-b314-ec09d7a8b8ea" providerId="ADAL" clId="{8803F02F-1BA0-4018-B46A-3E18033F3AAB}" dt="2023-04-28T14:03:09.157" v="1053" actId="1036"/>
          <ac:spMkLst>
            <pc:docMk/>
            <pc:sldMk cId="1028357646" sldId="280"/>
            <ac:spMk id="3" creationId="{9FB0C2EB-4BFD-ED67-8A55-8930D9813CAF}"/>
          </ac:spMkLst>
        </pc:spChg>
        <pc:spChg chg="add del mod">
          <ac:chgData name="Veljanovic, Nevena (PHAC/ASPC)" userId="9ce95a16-f2c4-4c4e-b314-ec09d7a8b8ea" providerId="ADAL" clId="{8803F02F-1BA0-4018-B46A-3E18033F3AAB}" dt="2023-04-27T21:24:57.224" v="19"/>
          <ac:spMkLst>
            <pc:docMk/>
            <pc:sldMk cId="1028357646" sldId="280"/>
            <ac:spMk id="3" creationId="{A37D6CE7-B1BA-DFF6-6091-5BD40E60C868}"/>
          </ac:spMkLst>
        </pc:spChg>
        <pc:spChg chg="del mod">
          <ac:chgData name="Veljanovic, Nevena (PHAC/ASPC)" userId="9ce95a16-f2c4-4c4e-b314-ec09d7a8b8ea" providerId="ADAL" clId="{8803F02F-1BA0-4018-B46A-3E18033F3AAB}" dt="2023-04-27T23:45:29.374" v="479" actId="478"/>
          <ac:spMkLst>
            <pc:docMk/>
            <pc:sldMk cId="1028357646" sldId="280"/>
            <ac:spMk id="6" creationId="{943D85A4-8F92-80F4-B8AB-330269299C33}"/>
          </ac:spMkLst>
        </pc:spChg>
        <pc:spChg chg="add del mod">
          <ac:chgData name="Veljanovic, Nevena (PHAC/ASPC)" userId="9ce95a16-f2c4-4c4e-b314-ec09d7a8b8ea" providerId="ADAL" clId="{8803F02F-1BA0-4018-B46A-3E18033F3AAB}" dt="2023-04-28T14:05:31.037" v="1061"/>
          <ac:spMkLst>
            <pc:docMk/>
            <pc:sldMk cId="1028357646" sldId="280"/>
            <ac:spMk id="6" creationId="{A5284278-947D-D01F-DC13-EAE6EB8F1BB7}"/>
          </ac:spMkLst>
        </pc:spChg>
        <pc:spChg chg="add mod">
          <ac:chgData name="Veljanovic, Nevena (PHAC/ASPC)" userId="9ce95a16-f2c4-4c4e-b314-ec09d7a8b8ea" providerId="ADAL" clId="{8803F02F-1BA0-4018-B46A-3E18033F3AAB}" dt="2023-04-27T23:34:45.226" v="331" actId="1036"/>
          <ac:spMkLst>
            <pc:docMk/>
            <pc:sldMk cId="1028357646" sldId="280"/>
            <ac:spMk id="7" creationId="{9D47F54D-BA00-E939-750F-AC37E21CEE4A}"/>
          </ac:spMkLst>
        </pc:spChg>
        <pc:spChg chg="mod">
          <ac:chgData name="Veljanovic, Nevena (PHAC/ASPC)" userId="9ce95a16-f2c4-4c4e-b314-ec09d7a8b8ea" providerId="ADAL" clId="{8803F02F-1BA0-4018-B46A-3E18033F3AAB}" dt="2023-04-28T15:22:37.015" v="2227" actId="14100"/>
          <ac:spMkLst>
            <pc:docMk/>
            <pc:sldMk cId="1028357646" sldId="280"/>
            <ac:spMk id="9" creationId="{C9692F33-E926-A6A7-9A91-59FB30F0BD8F}"/>
          </ac:spMkLst>
        </pc:spChg>
        <pc:spChg chg="add mod">
          <ac:chgData name="Veljanovic, Nevena (PHAC/ASPC)" userId="9ce95a16-f2c4-4c4e-b314-ec09d7a8b8ea" providerId="ADAL" clId="{8803F02F-1BA0-4018-B46A-3E18033F3AAB}" dt="2023-04-28T14:25:17.481" v="1701" actId="14100"/>
          <ac:spMkLst>
            <pc:docMk/>
            <pc:sldMk cId="1028357646" sldId="280"/>
            <ac:spMk id="11" creationId="{1074F979-6303-D483-1CB1-A003CDB59FD8}"/>
          </ac:spMkLst>
        </pc:spChg>
        <pc:spChg chg="add del mod">
          <ac:chgData name="Veljanovic, Nevena (PHAC/ASPC)" userId="9ce95a16-f2c4-4c4e-b314-ec09d7a8b8ea" providerId="ADAL" clId="{8803F02F-1BA0-4018-B46A-3E18033F3AAB}" dt="2023-04-27T23:33:35.350" v="297" actId="478"/>
          <ac:spMkLst>
            <pc:docMk/>
            <pc:sldMk cId="1028357646" sldId="280"/>
            <ac:spMk id="11" creationId="{9E7D40C2-CB81-4517-FEDC-C3F4BCA9C40A}"/>
          </ac:spMkLst>
        </pc:spChg>
        <pc:spChg chg="add mo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2" creationId="{7B85450C-18FE-FEA3-B602-1605613D4082}"/>
          </ac:spMkLst>
        </pc:spChg>
        <pc:spChg chg="add del mod">
          <ac:chgData name="Veljanovic, Nevena (PHAC/ASPC)" userId="9ce95a16-f2c4-4c4e-b314-ec09d7a8b8ea" providerId="ADAL" clId="{8803F02F-1BA0-4018-B46A-3E18033F3AAB}" dt="2023-04-28T14:18:54.313" v="1526" actId="478"/>
          <ac:spMkLst>
            <pc:docMk/>
            <pc:sldMk cId="1028357646" sldId="280"/>
            <ac:spMk id="14" creationId="{DE7EB55F-91B9-1D93-09EB-82B37CE6A2DF}"/>
          </ac:spMkLst>
        </pc:spChg>
        <pc:spChg chg="del mod">
          <ac:chgData name="Veljanovic, Nevena (PHAC/ASPC)" userId="9ce95a16-f2c4-4c4e-b314-ec09d7a8b8ea" providerId="ADAL" clId="{8803F02F-1BA0-4018-B46A-3E18033F3AAB}" dt="2023-04-28T14:24:15.519" v="1694" actId="478"/>
          <ac:spMkLst>
            <pc:docMk/>
            <pc:sldMk cId="1028357646" sldId="280"/>
            <ac:spMk id="15" creationId="{62CA80ED-6434-3AFA-9547-24528841A17F}"/>
          </ac:spMkLst>
        </pc:spChg>
        <pc:spChg chg="add mod or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6" creationId="{DC1D3E04-6CD4-1986-A556-AE05D8B080BB}"/>
          </ac:spMkLst>
        </pc:spChg>
        <pc:spChg chg="add mod or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7" creationId="{FE3766BF-0D71-BA18-FD98-E044C7AAE3CA}"/>
          </ac:spMkLst>
        </pc:spChg>
        <pc:spChg chg="add mo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8" creationId="{BF8B5E8E-2D37-C626-C2A9-AC7EAD8B05C9}"/>
          </ac:spMkLst>
        </pc:spChg>
        <pc:spChg chg="add mod">
          <ac:chgData name="Veljanovic, Nevena (PHAC/ASPC)" userId="9ce95a16-f2c4-4c4e-b314-ec09d7a8b8ea" providerId="ADAL" clId="{8803F02F-1BA0-4018-B46A-3E18033F3AAB}" dt="2023-04-28T14:25:42.623" v="1724" actId="1038"/>
          <ac:spMkLst>
            <pc:docMk/>
            <pc:sldMk cId="1028357646" sldId="280"/>
            <ac:spMk id="19" creationId="{029CD1B5-905F-36FF-23B8-F20C70D626ED}"/>
          </ac:spMkLst>
        </pc:spChg>
        <pc:picChg chg="mod">
          <ac:chgData name="Veljanovic, Nevena (PHAC/ASPC)" userId="9ce95a16-f2c4-4c4e-b314-ec09d7a8b8ea" providerId="ADAL" clId="{8803F02F-1BA0-4018-B46A-3E18033F3AAB}" dt="2023-04-28T15:18:20.125" v="1962" actId="962"/>
          <ac:picMkLst>
            <pc:docMk/>
            <pc:sldMk cId="1028357646" sldId="280"/>
            <ac:picMk id="4" creationId="{02CC1E86-04FD-6153-4207-B6234D5029EB}"/>
          </ac:picMkLst>
        </pc:picChg>
        <pc:picChg chg="del mod">
          <ac:chgData name="Veljanovic, Nevena (PHAC/ASPC)" userId="9ce95a16-f2c4-4c4e-b314-ec09d7a8b8ea" providerId="ADAL" clId="{8803F02F-1BA0-4018-B46A-3E18033F3AAB}" dt="2023-04-27T23:26:42.272" v="119" actId="478"/>
          <ac:picMkLst>
            <pc:docMk/>
            <pc:sldMk cId="1028357646" sldId="280"/>
            <ac:picMk id="4" creationId="{CBFF33EA-17D8-7644-D5F0-A388D7E4B397}"/>
          </ac:picMkLst>
        </pc:picChg>
        <pc:picChg chg="del">
          <ac:chgData name="Veljanovic, Nevena (PHAC/ASPC)" userId="9ce95a16-f2c4-4c4e-b314-ec09d7a8b8ea" providerId="ADAL" clId="{8803F02F-1BA0-4018-B46A-3E18033F3AAB}" dt="2023-04-28T14:18:50.842" v="1525" actId="478"/>
          <ac:picMkLst>
            <pc:docMk/>
            <pc:sldMk cId="1028357646" sldId="280"/>
            <ac:picMk id="5" creationId="{1B1D772B-A4ED-7CB7-67FF-7E14FDEB1D93}"/>
          </ac:picMkLst>
        </pc:picChg>
        <pc:picChg chg="del mod">
          <ac:chgData name="Veljanovic, Nevena (PHAC/ASPC)" userId="9ce95a16-f2c4-4c4e-b314-ec09d7a8b8ea" providerId="ADAL" clId="{8803F02F-1BA0-4018-B46A-3E18033F3AAB}" dt="2023-04-27T23:31:00.454" v="289" actId="478"/>
          <ac:picMkLst>
            <pc:docMk/>
            <pc:sldMk cId="1028357646" sldId="280"/>
            <ac:picMk id="8" creationId="{6AD387FE-9CA8-2835-D560-09F7F744C754}"/>
          </ac:picMkLst>
        </pc:picChg>
        <pc:picChg chg="mod">
          <ac:chgData name="Veljanovic, Nevena (PHAC/ASPC)" userId="9ce95a16-f2c4-4c4e-b314-ec09d7a8b8ea" providerId="ADAL" clId="{8803F02F-1BA0-4018-B46A-3E18033F3AAB}" dt="2023-04-28T15:23:26.015" v="2234" actId="1038"/>
          <ac:picMkLst>
            <pc:docMk/>
            <pc:sldMk cId="1028357646" sldId="280"/>
            <ac:picMk id="8" creationId="{D3483F6A-98EE-F000-85AC-C2E47787A368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7T23:34:33.628" v="320" actId="1036"/>
          <ac:picMkLst>
            <pc:docMk/>
            <pc:sldMk cId="1028357646" sldId="280"/>
            <ac:picMk id="10" creationId="{3340B771-0573-14B9-3177-9C2D20C968A5}"/>
          </ac:picMkLst>
        </pc:picChg>
        <pc:picChg chg="del mod">
          <ac:chgData name="Veljanovic, Nevena (PHAC/ASPC)" userId="9ce95a16-f2c4-4c4e-b314-ec09d7a8b8ea" providerId="ADAL" clId="{8803F02F-1BA0-4018-B46A-3E18033F3AAB}" dt="2023-04-27T23:30:58.807" v="287" actId="478"/>
          <ac:picMkLst>
            <pc:docMk/>
            <pc:sldMk cId="1028357646" sldId="280"/>
            <ac:picMk id="13" creationId="{FC118B3D-160F-766C-9D56-FFB094B68EC2}"/>
          </ac:picMkLst>
        </pc:picChg>
        <pc:picChg chg="del mod">
          <ac:chgData name="Veljanovic, Nevena (PHAC/ASPC)" userId="9ce95a16-f2c4-4c4e-b314-ec09d7a8b8ea" providerId="ADAL" clId="{8803F02F-1BA0-4018-B46A-3E18033F3AAB}" dt="2023-04-27T23:30:59.566" v="288" actId="478"/>
          <ac:picMkLst>
            <pc:docMk/>
            <pc:sldMk cId="1028357646" sldId="280"/>
            <ac:picMk id="14" creationId="{77086A79-6BC1-4D66-838E-CC170F7DC6A7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3:14.031" v="955" actId="478"/>
          <ac:picMkLst>
            <pc:docMk/>
            <pc:sldMk cId="1028357646" sldId="280"/>
            <ac:picMk id="20" creationId="{B1E8ED35-E206-DCCC-FB91-806C66E7E60E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8:38.827" v="997" actId="478"/>
          <ac:picMkLst>
            <pc:docMk/>
            <pc:sldMk cId="1028357646" sldId="280"/>
            <ac:picMk id="22" creationId="{BA87BDD7-B049-A86F-A7AF-863E88F372C9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7:18.184" v="985" actId="478"/>
          <ac:picMkLst>
            <pc:docMk/>
            <pc:sldMk cId="1028357646" sldId="280"/>
            <ac:picMk id="24" creationId="{DCF1A63A-532D-050C-9B83-12E6B38EB9E6}"/>
          </ac:picMkLst>
        </pc:picChg>
        <pc:picChg chg="add del mod">
          <ac:chgData name="Veljanovic, Nevena (PHAC/ASPC)" userId="9ce95a16-f2c4-4c4e-b314-ec09d7a8b8ea" providerId="ADAL" clId="{8803F02F-1BA0-4018-B46A-3E18033F3AAB}" dt="2023-04-28T00:25:29.524" v="972" actId="478"/>
          <ac:picMkLst>
            <pc:docMk/>
            <pc:sldMk cId="1028357646" sldId="280"/>
            <ac:picMk id="26" creationId="{93574A97-76BB-75DB-7149-41910FFD9E49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8:40.491" v="999" actId="478"/>
          <ac:picMkLst>
            <pc:docMk/>
            <pc:sldMk cId="1028357646" sldId="280"/>
            <ac:picMk id="28" creationId="{86155942-B6DC-3C18-56FF-5951C48DB436}"/>
          </ac:picMkLst>
        </pc:picChg>
        <pc:picChg chg="add mod modCrop">
          <ac:chgData name="Veljanovic, Nevena (PHAC/ASPC)" userId="9ce95a16-f2c4-4c4e-b314-ec09d7a8b8ea" providerId="ADAL" clId="{8803F02F-1BA0-4018-B46A-3E18033F3AAB}" dt="2023-04-28T15:22:44.225" v="2228" actId="1076"/>
          <ac:picMkLst>
            <pc:docMk/>
            <pc:sldMk cId="1028357646" sldId="280"/>
            <ac:picMk id="30" creationId="{BB60FA4C-C464-495C-68EF-00313F69004F}"/>
          </ac:picMkLst>
        </pc:picChg>
      </pc:sldChg>
    </pc:docChg>
  </pc:docChgLst>
  <pc:docChgLst>
    <pc:chgData name="Veljanovic, Nevena (PHAC/ASPC)" userId="S::nevena.veljanovic@phac-aspc.gc.ca::9ce95a16-f2c4-4c4e-b314-ec09d7a8b8ea" providerId="AD" clId="Web-{6B3EFBB6-5C90-ED84-5B53-4A7B7D6FD8C1}"/>
    <pc:docChg chg="addSld modSld">
      <pc:chgData name="Veljanovic, Nevena (PHAC/ASPC)" userId="S::nevena.veljanovic@phac-aspc.gc.ca::9ce95a16-f2c4-4c4e-b314-ec09d7a8b8ea" providerId="AD" clId="Web-{6B3EFBB6-5C90-ED84-5B53-4A7B7D6FD8C1}" dt="2023-04-26T19:55:05.756" v="128" actId="20577"/>
      <pc:docMkLst>
        <pc:docMk/>
      </pc:docMkLst>
      <pc:sldChg chg="addSp delSp modSp">
        <pc:chgData name="Veljanovic, Nevena (PHAC/ASPC)" userId="S::nevena.veljanovic@phac-aspc.gc.ca::9ce95a16-f2c4-4c4e-b314-ec09d7a8b8ea" providerId="AD" clId="Web-{6B3EFBB6-5C90-ED84-5B53-4A7B7D6FD8C1}" dt="2023-04-26T19:55:05.756" v="128" actId="20577"/>
        <pc:sldMkLst>
          <pc:docMk/>
          <pc:sldMk cId="670642617" sldId="279"/>
        </pc:sldMkLst>
        <pc:spChg chg="mod">
          <ac:chgData name="Veljanovic, Nevena (PHAC/ASPC)" userId="S::nevena.veljanovic@phac-aspc.gc.ca::9ce95a16-f2c4-4c4e-b314-ec09d7a8b8ea" providerId="AD" clId="Web-{6B3EFBB6-5C90-ED84-5B53-4A7B7D6FD8C1}" dt="2023-04-26T19:55:05.756" v="128" actId="20577"/>
          <ac:spMkLst>
            <pc:docMk/>
            <pc:sldMk cId="670642617" sldId="279"/>
            <ac:spMk id="2" creationId="{6F8FB9B0-246E-8F45-9BEE-A5F2FC617684}"/>
          </ac:spMkLst>
        </pc:spChg>
        <pc:spChg chg="mod">
          <ac:chgData name="Veljanovic, Nevena (PHAC/ASPC)" userId="S::nevena.veljanovic@phac-aspc.gc.ca::9ce95a16-f2c4-4c4e-b314-ec09d7a8b8ea" providerId="AD" clId="Web-{6B3EFBB6-5C90-ED84-5B53-4A7B7D6FD8C1}" dt="2023-04-26T19:54:48.788" v="125" actId="20577"/>
          <ac:spMkLst>
            <pc:docMk/>
            <pc:sldMk cId="670642617" sldId="279"/>
            <ac:spMk id="15" creationId="{62CA80ED-6434-3AFA-9547-24528841A17F}"/>
          </ac:spMkLst>
        </pc:spChg>
        <pc:picChg chg="add del mod">
          <ac:chgData name="Veljanovic, Nevena (PHAC/ASPC)" userId="S::nevena.veljanovic@phac-aspc.gc.ca::9ce95a16-f2c4-4c4e-b314-ec09d7a8b8ea" providerId="AD" clId="Web-{6B3EFBB6-5C90-ED84-5B53-4A7B7D6FD8C1}" dt="2023-04-26T19:44:35.999" v="24"/>
          <ac:picMkLst>
            <pc:docMk/>
            <pc:sldMk cId="670642617" sldId="279"/>
            <ac:picMk id="3" creationId="{B72EB2EC-1260-4292-DDF5-A977E3332BC5}"/>
          </ac:picMkLst>
        </pc:picChg>
        <pc:picChg chg="add del mod">
          <ac:chgData name="Veljanovic, Nevena (PHAC/ASPC)" userId="S::nevena.veljanovic@phac-aspc.gc.ca::9ce95a16-f2c4-4c4e-b314-ec09d7a8b8ea" providerId="AD" clId="Web-{6B3EFBB6-5C90-ED84-5B53-4A7B7D6FD8C1}" dt="2023-04-26T19:44:37.139" v="25"/>
          <ac:picMkLst>
            <pc:docMk/>
            <pc:sldMk cId="670642617" sldId="279"/>
            <ac:picMk id="4" creationId="{13592D1A-CE6A-9EDB-33E4-95117E1A3BF5}"/>
          </ac:picMkLst>
        </pc:picChg>
        <pc:picChg chg="add mod">
          <ac:chgData name="Veljanovic, Nevena (PHAC/ASPC)" userId="S::nevena.veljanovic@phac-aspc.gc.ca::9ce95a16-f2c4-4c4e-b314-ec09d7a8b8ea" providerId="AD" clId="Web-{6B3EFBB6-5C90-ED84-5B53-4A7B7D6FD8C1}" dt="2023-04-26T19:44:44.327" v="28" actId="1076"/>
          <ac:picMkLst>
            <pc:docMk/>
            <pc:sldMk cId="670642617" sldId="279"/>
            <ac:picMk id="8" creationId="{6AD387FE-9CA8-2835-D560-09F7F744C754}"/>
          </ac:picMkLst>
        </pc:picChg>
        <pc:picChg chg="del">
          <ac:chgData name="Veljanovic, Nevena (PHAC/ASPC)" userId="S::nevena.veljanovic@phac-aspc.gc.ca::9ce95a16-f2c4-4c4e-b314-ec09d7a8b8ea" providerId="AD" clId="Web-{6B3EFBB6-5C90-ED84-5B53-4A7B7D6FD8C1}" dt="2023-04-26T18:56:10.366" v="0"/>
          <ac:picMkLst>
            <pc:docMk/>
            <pc:sldMk cId="670642617" sldId="279"/>
            <ac:picMk id="10" creationId="{83ABE85F-4AC0-9317-4EC1-F66449D44DE7}"/>
          </ac:picMkLst>
        </pc:picChg>
      </pc:sldChg>
      <pc:sldChg chg="delSp add replId">
        <pc:chgData name="Veljanovic, Nevena (PHAC/ASPC)" userId="S::nevena.veljanovic@phac-aspc.gc.ca::9ce95a16-f2c4-4c4e-b314-ec09d7a8b8ea" providerId="AD" clId="Web-{6B3EFBB6-5C90-ED84-5B53-4A7B7D6FD8C1}" dt="2023-04-26T19:24:48.328" v="13"/>
        <pc:sldMkLst>
          <pc:docMk/>
          <pc:sldMk cId="1211695495" sldId="280"/>
        </pc:sldMkLst>
        <pc:picChg chg="del">
          <ac:chgData name="Veljanovic, Nevena (PHAC/ASPC)" userId="S::nevena.veljanovic@phac-aspc.gc.ca::9ce95a16-f2c4-4c4e-b314-ec09d7a8b8ea" providerId="AD" clId="Web-{6B3EFBB6-5C90-ED84-5B53-4A7B7D6FD8C1}" dt="2023-04-26T19:24:48.328" v="13"/>
          <ac:picMkLst>
            <pc:docMk/>
            <pc:sldMk cId="1211695495" sldId="280"/>
            <ac:picMk id="12" creationId="{CB55FA31-9EBD-D3D2-A1A8-C247FF2C9ADC}"/>
          </ac:picMkLst>
        </pc:picChg>
      </pc:sldChg>
    </pc:docChg>
  </pc:docChgLst>
  <pc:docChgLst>
    <pc:chgData name="Veljanovic, Nevena (PHAC/ASPC)" userId="S::nevena.veljanovic@phac-aspc.gc.ca::9ce95a16-f2c4-4c4e-b314-ec09d7a8b8ea" providerId="AD" clId="Web-{1A942004-3263-2A63-B994-456D947EA30E}"/>
    <pc:docChg chg="modSld">
      <pc:chgData name="Veljanovic, Nevena (PHAC/ASPC)" userId="S::nevena.veljanovic@phac-aspc.gc.ca::9ce95a16-f2c4-4c4e-b314-ec09d7a8b8ea" providerId="AD" clId="Web-{1A942004-3263-2A63-B994-456D947EA30E}" dt="2023-05-01T15:52:52.962" v="11" actId="20577"/>
      <pc:docMkLst>
        <pc:docMk/>
      </pc:docMkLst>
      <pc:sldChg chg="modSp">
        <pc:chgData name="Veljanovic, Nevena (PHAC/ASPC)" userId="S::nevena.veljanovic@phac-aspc.gc.ca::9ce95a16-f2c4-4c4e-b314-ec09d7a8b8ea" providerId="AD" clId="Web-{1A942004-3263-2A63-B994-456D947EA30E}" dt="2023-05-01T15:52:52.962" v="11" actId="20577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1A942004-3263-2A63-B994-456D947EA30E}" dt="2023-05-01T15:52:52.962" v="11" actId="20577"/>
          <ac:spMkLst>
            <pc:docMk/>
            <pc:sldMk cId="1028357646" sldId="280"/>
            <ac:spMk id="19" creationId="{029CD1B5-905F-36FF-23B8-F20C70D626ED}"/>
          </ac:spMkLst>
        </pc:spChg>
      </pc:sldChg>
    </pc:docChg>
  </pc:docChgLst>
  <pc:docChgLst>
    <pc:chgData name="Hetman, Benjamin (PHAC/ASPC)" userId="1e969e13-0ec0-4abe-8d9d-b073bf2c9124" providerId="ADAL" clId="{606A5157-F2DC-455C-AC84-4CA1A305FD2C}"/>
    <pc:docChg chg="undo custSel delSld modSld">
      <pc:chgData name="Hetman, Benjamin (PHAC/ASPC)" userId="1e969e13-0ec0-4abe-8d9d-b073bf2c9124" providerId="ADAL" clId="{606A5157-F2DC-455C-AC84-4CA1A305FD2C}" dt="2023-04-30T15:42:28.274" v="520" actId="47"/>
      <pc:docMkLst>
        <pc:docMk/>
      </pc:docMkLst>
      <pc:sldChg chg="addSp delSp modSp del mod addCm">
        <pc:chgData name="Hetman, Benjamin (PHAC/ASPC)" userId="1e969e13-0ec0-4abe-8d9d-b073bf2c9124" providerId="ADAL" clId="{606A5157-F2DC-455C-AC84-4CA1A305FD2C}" dt="2023-04-30T15:42:28.274" v="520" actId="47"/>
        <pc:sldMkLst>
          <pc:docMk/>
          <pc:sldMk cId="670642617" sldId="279"/>
        </pc:sldMkLst>
        <pc:spChg chg="mod">
          <ac:chgData name="Hetman, Benjamin (PHAC/ASPC)" userId="1e969e13-0ec0-4abe-8d9d-b073bf2c9124" providerId="ADAL" clId="{606A5157-F2DC-455C-AC84-4CA1A305FD2C}" dt="2023-04-27T21:40:02.225" v="322" actId="20577"/>
          <ac:spMkLst>
            <pc:docMk/>
            <pc:sldMk cId="670642617" sldId="279"/>
            <ac:spMk id="2" creationId="{6F8FB9B0-246E-8F45-9BEE-A5F2FC617684}"/>
          </ac:spMkLst>
        </pc:spChg>
        <pc:spChg chg="add del">
          <ac:chgData name="Hetman, Benjamin (PHAC/ASPC)" userId="1e969e13-0ec0-4abe-8d9d-b073bf2c9124" providerId="ADAL" clId="{606A5157-F2DC-455C-AC84-4CA1A305FD2C}" dt="2023-04-27T19:45:08.921" v="2"/>
          <ac:spMkLst>
            <pc:docMk/>
            <pc:sldMk cId="670642617" sldId="279"/>
            <ac:spMk id="3" creationId="{4686AC3A-ED0E-3FC4-51FE-0FFEE57A48F2}"/>
          </ac:spMkLst>
        </pc:spChg>
        <pc:spChg chg="add del mod">
          <ac:chgData name="Hetman, Benjamin (PHAC/ASPC)" userId="1e969e13-0ec0-4abe-8d9d-b073bf2c9124" providerId="ADAL" clId="{606A5157-F2DC-455C-AC84-4CA1A305FD2C}" dt="2023-04-27T19:50:06.872" v="307" actId="207"/>
          <ac:spMkLst>
            <pc:docMk/>
            <pc:sldMk cId="670642617" sldId="279"/>
            <ac:spMk id="6" creationId="{943D85A4-8F92-80F4-B8AB-330269299C33}"/>
          </ac:spMkLst>
        </pc:spChg>
        <pc:spChg chg="del">
          <ac:chgData name="Hetman, Benjamin (PHAC/ASPC)" userId="1e969e13-0ec0-4abe-8d9d-b073bf2c9124" providerId="ADAL" clId="{606A5157-F2DC-455C-AC84-4CA1A305FD2C}" dt="2023-04-27T19:45:18.253" v="6" actId="478"/>
          <ac:spMkLst>
            <pc:docMk/>
            <pc:sldMk cId="670642617" sldId="279"/>
            <ac:spMk id="7" creationId="{95BC2B2A-A8B8-635C-C44B-7B50D2F9A188}"/>
          </ac:spMkLst>
        </pc:spChg>
        <pc:spChg chg="mod">
          <ac:chgData name="Hetman, Benjamin (PHAC/ASPC)" userId="1e969e13-0ec0-4abe-8d9d-b073bf2c9124" providerId="ADAL" clId="{606A5157-F2DC-455C-AC84-4CA1A305FD2C}" dt="2023-04-27T21:41:08.579" v="367" actId="20577"/>
          <ac:spMkLst>
            <pc:docMk/>
            <pc:sldMk cId="670642617" sldId="279"/>
            <ac:spMk id="9" creationId="{C9692F33-E926-A6A7-9A91-59FB30F0BD8F}"/>
          </ac:spMkLst>
        </pc:spChg>
        <pc:spChg chg="mod">
          <ac:chgData name="Hetman, Benjamin (PHAC/ASPC)" userId="1e969e13-0ec0-4abe-8d9d-b073bf2c9124" providerId="ADAL" clId="{606A5157-F2DC-455C-AC84-4CA1A305FD2C}" dt="2023-04-27T21:42:10.676" v="519" actId="6549"/>
          <ac:spMkLst>
            <pc:docMk/>
            <pc:sldMk cId="670642617" sldId="279"/>
            <ac:spMk id="15" creationId="{62CA80ED-6434-3AFA-9547-24528841A17F}"/>
          </ac:spMkLst>
        </pc:spChg>
        <pc:picChg chg="add mod ord">
          <ac:chgData name="Hetman, Benjamin (PHAC/ASPC)" userId="1e969e13-0ec0-4abe-8d9d-b073bf2c9124" providerId="ADAL" clId="{606A5157-F2DC-455C-AC84-4CA1A305FD2C}" dt="2023-04-27T19:45:14.682" v="5" actId="167"/>
          <ac:picMkLst>
            <pc:docMk/>
            <pc:sldMk cId="670642617" sldId="279"/>
            <ac:picMk id="4" creationId="{CBFF33EA-17D8-7644-D5F0-A388D7E4B397}"/>
          </ac:picMkLst>
        </pc:picChg>
        <pc:picChg chg="del">
          <ac:chgData name="Hetman, Benjamin (PHAC/ASPC)" userId="1e969e13-0ec0-4abe-8d9d-b073bf2c9124" providerId="ADAL" clId="{606A5157-F2DC-455C-AC84-4CA1A305FD2C}" dt="2023-04-27T19:45:05.518" v="0" actId="478"/>
          <ac:picMkLst>
            <pc:docMk/>
            <pc:sldMk cId="670642617" sldId="279"/>
            <ac:picMk id="12" creationId="{CB55FA31-9EBD-D3D2-A1A8-C247FF2C9ADC}"/>
          </ac:picMkLst>
        </pc:picChg>
        <pc:picChg chg="mod">
          <ac:chgData name="Hetman, Benjamin (PHAC/ASPC)" userId="1e969e13-0ec0-4abe-8d9d-b073bf2c9124" providerId="ADAL" clId="{606A5157-F2DC-455C-AC84-4CA1A305FD2C}" dt="2023-04-27T19:50:45.717" v="310" actId="1076"/>
          <ac:picMkLst>
            <pc:docMk/>
            <pc:sldMk cId="670642617" sldId="279"/>
            <ac:picMk id="13" creationId="{FC118B3D-160F-766C-9D56-FFB094B68EC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etman, Benjamin (PHAC/ASPC)" userId="1e969e13-0ec0-4abe-8d9d-b073bf2c9124" providerId="ADAL" clId="{606A5157-F2DC-455C-AC84-4CA1A305FD2C}" dt="2023-04-27T21:40:31.836" v="323"/>
              <pc2:cmMkLst xmlns:pc2="http://schemas.microsoft.com/office/powerpoint/2019/9/main/command">
                <pc:docMk/>
                <pc:sldMk cId="670642617" sldId="279"/>
                <pc2:cmMk id="{AA6910E8-21B7-4CBE-BDDE-522A5539EAD0}"/>
              </pc2:cmMkLst>
            </pc226:cmChg>
          </p:ext>
        </pc:extLst>
      </pc:sldChg>
    </pc:docChg>
  </pc:docChgLst>
  <pc:docChgLst>
    <pc:chgData name="Veljanovic, Nevena (PHAC/ASPC)" userId="S::nevena.veljanovic@phac-aspc.gc.ca::9ce95a16-f2c4-4c4e-b314-ec09d7a8b8ea" providerId="AD" clId="Web-{429DCF1C-B021-8F5A-2588-D210570E364D}"/>
    <pc:docChg chg="modSld">
      <pc:chgData name="Veljanovic, Nevena (PHAC/ASPC)" userId="S::nevena.veljanovic@phac-aspc.gc.ca::9ce95a16-f2c4-4c4e-b314-ec09d7a8b8ea" providerId="AD" clId="Web-{429DCF1C-B021-8F5A-2588-D210570E364D}" dt="2023-04-28T13:56:00.958" v="45" actId="1076"/>
      <pc:docMkLst>
        <pc:docMk/>
      </pc:docMkLst>
      <pc:sldChg chg="addSp delSp modSp">
        <pc:chgData name="Veljanovic, Nevena (PHAC/ASPC)" userId="S::nevena.veljanovic@phac-aspc.gc.ca::9ce95a16-f2c4-4c4e-b314-ec09d7a8b8ea" providerId="AD" clId="Web-{429DCF1C-B021-8F5A-2588-D210570E364D}" dt="2023-04-28T13:56:00.958" v="45" actId="1076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429DCF1C-B021-8F5A-2588-D210570E364D}" dt="2023-04-28T13:56:00.958" v="45" actId="1076"/>
          <ac:spMkLst>
            <pc:docMk/>
            <pc:sldMk cId="1028357646" sldId="280"/>
            <ac:spMk id="15" creationId="{62CA80ED-6434-3AFA-9547-24528841A17F}"/>
          </ac:spMkLst>
        </pc:spChg>
        <pc:spChg chg="mod">
          <ac:chgData name="Veljanovic, Nevena (PHAC/ASPC)" userId="S::nevena.veljanovic@phac-aspc.gc.ca::9ce95a16-f2c4-4c4e-b314-ec09d7a8b8ea" providerId="AD" clId="Web-{429DCF1C-B021-8F5A-2588-D210570E364D}" dt="2023-04-28T13:50:36.203" v="22" actId="20577"/>
          <ac:spMkLst>
            <pc:docMk/>
            <pc:sldMk cId="1028357646" sldId="280"/>
            <ac:spMk id="16" creationId="{DC1D3E04-6CD4-1986-A556-AE05D8B080BB}"/>
          </ac:spMkLst>
        </pc:spChg>
        <pc:picChg chg="add del mod">
          <ac:chgData name="Veljanovic, Nevena (PHAC/ASPC)" userId="S::nevena.veljanovic@phac-aspc.gc.ca::9ce95a16-f2c4-4c4e-b314-ec09d7a8b8ea" providerId="AD" clId="Web-{429DCF1C-B021-8F5A-2588-D210570E364D}" dt="2023-04-28T13:47:11.950" v="6"/>
          <ac:picMkLst>
            <pc:docMk/>
            <pc:sldMk cId="1028357646" sldId="280"/>
            <ac:picMk id="3" creationId="{94EF5E2A-98A4-5467-E326-19A2DDFA78FD}"/>
          </ac:picMkLst>
        </pc:picChg>
        <pc:picChg chg="add mod modCrop">
          <ac:chgData name="Veljanovic, Nevena (PHAC/ASPC)" userId="S::nevena.veljanovic@phac-aspc.gc.ca::9ce95a16-f2c4-4c4e-b314-ec09d7a8b8ea" providerId="AD" clId="Web-{429DCF1C-B021-8F5A-2588-D210570E364D}" dt="2023-04-28T13:49:48.109" v="21" actId="14100"/>
          <ac:picMkLst>
            <pc:docMk/>
            <pc:sldMk cId="1028357646" sldId="280"/>
            <ac:picMk id="4" creationId="{02CC1E86-04FD-6153-4207-B6234D5029EB}"/>
          </ac:picMkLst>
        </pc:picChg>
        <pc:picChg chg="add del mod modCrop">
          <ac:chgData name="Veljanovic, Nevena (PHAC/ASPC)" userId="S::nevena.veljanovic@phac-aspc.gc.ca::9ce95a16-f2c4-4c4e-b314-ec09d7a8b8ea" providerId="AD" clId="Web-{429DCF1C-B021-8F5A-2588-D210570E364D}" dt="2023-04-28T13:54:46.020" v="31"/>
          <ac:picMkLst>
            <pc:docMk/>
            <pc:sldMk cId="1028357646" sldId="280"/>
            <ac:picMk id="6" creationId="{D93562CC-910C-789E-A4D4-A99603B8AE32}"/>
          </ac:picMkLst>
        </pc:picChg>
        <pc:picChg chg="add mod modCrop">
          <ac:chgData name="Veljanovic, Nevena (PHAC/ASPC)" userId="S::nevena.veljanovic@phac-aspc.gc.ca::9ce95a16-f2c4-4c4e-b314-ec09d7a8b8ea" providerId="AD" clId="Web-{429DCF1C-B021-8F5A-2588-D210570E364D}" dt="2023-04-28T13:55:22.411" v="39" actId="14100"/>
          <ac:picMkLst>
            <pc:docMk/>
            <pc:sldMk cId="1028357646" sldId="280"/>
            <ac:picMk id="8" creationId="{D3483F6A-98EE-F000-85AC-C2E47787A368}"/>
          </ac:picMkLst>
        </pc:picChg>
        <pc:picChg chg="del">
          <ac:chgData name="Veljanovic, Nevena (PHAC/ASPC)" userId="S::nevena.veljanovic@phac-aspc.gc.ca::9ce95a16-f2c4-4c4e-b314-ec09d7a8b8ea" providerId="AD" clId="Web-{429DCF1C-B021-8F5A-2588-D210570E364D}" dt="2023-04-28T13:49:08.390" v="16"/>
          <ac:picMkLst>
            <pc:docMk/>
            <pc:sldMk cId="1028357646" sldId="280"/>
            <ac:picMk id="10" creationId="{3340B771-0573-14B9-3177-9C2D20C968A5}"/>
          </ac:picMkLst>
        </pc:picChg>
        <pc:picChg chg="mod">
          <ac:chgData name="Veljanovic, Nevena (PHAC/ASPC)" userId="S::nevena.veljanovic@phac-aspc.gc.ca::9ce95a16-f2c4-4c4e-b314-ec09d7a8b8ea" providerId="AD" clId="Web-{429DCF1C-B021-8F5A-2588-D210570E364D}" dt="2023-04-28T13:55:31.348" v="41" actId="1076"/>
          <ac:picMkLst>
            <pc:docMk/>
            <pc:sldMk cId="1028357646" sldId="280"/>
            <ac:picMk id="30" creationId="{BB60FA4C-C464-495C-68EF-00313F69004F}"/>
          </ac:picMkLst>
        </pc:picChg>
      </pc:sldChg>
    </pc:docChg>
  </pc:docChgLst>
  <pc:docChgLst>
    <pc:chgData clId="Web-{E9DC5105-7321-9D91-8200-8FBA1EDB2655}"/>
    <pc:docChg chg="modSld">
      <pc:chgData name="" userId="" providerId="" clId="Web-{E9DC5105-7321-9D91-8200-8FBA1EDB2655}" dt="2023-04-26T13:21:02.685" v="0"/>
      <pc:docMkLst>
        <pc:docMk/>
      </pc:docMkLst>
      <pc:sldChg chg="addSp">
        <pc:chgData name="" userId="" providerId="" clId="Web-{E9DC5105-7321-9D91-8200-8FBA1EDB2655}" dt="2023-04-26T13:21:02.685" v="0"/>
        <pc:sldMkLst>
          <pc:docMk/>
          <pc:sldMk cId="392808700" sldId="278"/>
        </pc:sldMkLst>
        <pc:graphicFrameChg chg="add">
          <ac:chgData name="" userId="" providerId="" clId="Web-{E9DC5105-7321-9D91-8200-8FBA1EDB2655}" dt="2023-04-26T13:21:02.685" v="0"/>
          <ac:graphicFrameMkLst>
            <pc:docMk/>
            <pc:sldMk cId="392808700" sldId="278"/>
            <ac:graphicFrameMk id="3" creationId="{AE755321-EB52-0529-DCD0-B8F7E017760F}"/>
          </ac:graphicFrameMkLst>
        </pc:graphicFrameChg>
      </pc:sldChg>
    </pc:docChg>
  </pc:docChgLst>
  <pc:docChgLst>
    <pc:chgData name="Veljanovic, Nevena (PHAC/ASPC)" userId="9ce95a16-f2c4-4c4e-b314-ec09d7a8b8ea" providerId="ADAL" clId="{B3F4CA7F-05EB-4347-9C52-A7A69FB6B458}"/>
    <pc:docChg chg="undo custSel addSld delSld modSld delMainMaster modMainMaster">
      <pc:chgData name="Veljanovic, Nevena (PHAC/ASPC)" userId="9ce95a16-f2c4-4c4e-b314-ec09d7a8b8ea" providerId="ADAL" clId="{B3F4CA7F-05EB-4347-9C52-A7A69FB6B458}" dt="2023-04-25T21:16:35.404" v="983" actId="20577"/>
      <pc:docMkLst>
        <pc:docMk/>
      </pc:docMkLst>
      <pc:sldChg chg="modSp del mod">
        <pc:chgData name="Veljanovic, Nevena (PHAC/ASPC)" userId="9ce95a16-f2c4-4c4e-b314-ec09d7a8b8ea" providerId="ADAL" clId="{B3F4CA7F-05EB-4347-9C52-A7A69FB6B458}" dt="2023-04-25T19:59:38.647" v="11" actId="47"/>
        <pc:sldMkLst>
          <pc:docMk/>
          <pc:sldMk cId="109857222" sldId="256"/>
        </pc:sldMkLst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add del mod">
        <pc:chgData name="Veljanovic, Nevena (PHAC/ASPC)" userId="9ce95a16-f2c4-4c4e-b314-ec09d7a8b8ea" providerId="ADAL" clId="{B3F4CA7F-05EB-4347-9C52-A7A69FB6B458}" dt="2023-04-25T21:16:35.404" v="983" actId="20577"/>
        <pc:sldMkLst>
          <pc:docMk/>
          <pc:sldMk cId="392808700" sldId="278"/>
        </pc:sldMkLst>
        <pc:spChg chg="mod">
          <ac:chgData name="Veljanovic, Nevena (PHAC/ASPC)" userId="9ce95a16-f2c4-4c4e-b314-ec09d7a8b8ea" providerId="ADAL" clId="{B3F4CA7F-05EB-4347-9C52-A7A69FB6B458}" dt="2023-04-25T21:10:04.861" v="424" actId="20577"/>
          <ac:spMkLst>
            <pc:docMk/>
            <pc:sldMk cId="392808700" sldId="278"/>
            <ac:spMk id="2" creationId="{6F8FB9B0-246E-8F45-9BEE-A5F2FC617684}"/>
          </ac:spMkLst>
        </pc:spChg>
        <pc:spChg chg="del">
          <ac:chgData name="Veljanovic, Nevena (PHAC/ASPC)" userId="9ce95a16-f2c4-4c4e-b314-ec09d7a8b8ea" providerId="ADAL" clId="{B3F4CA7F-05EB-4347-9C52-A7A69FB6B458}" dt="2023-04-25T20:01:24.177" v="12" actId="931"/>
          <ac:spMkLst>
            <pc:docMk/>
            <pc:sldMk cId="392808700" sldId="278"/>
            <ac:spMk id="3" creationId="{3EBA54C1-9ED2-CE45-B3D1-8C9676D02B83}"/>
          </ac:spMkLst>
        </pc:spChg>
        <pc:spChg chg="add mod">
          <ac:chgData name="Veljanovic, Nevena (PHAC/ASPC)" userId="9ce95a16-f2c4-4c4e-b314-ec09d7a8b8ea" providerId="ADAL" clId="{B3F4CA7F-05EB-4347-9C52-A7A69FB6B458}" dt="2023-04-25T20:12:44.787" v="186" actId="255"/>
          <ac:spMkLst>
            <pc:docMk/>
            <pc:sldMk cId="392808700" sldId="278"/>
            <ac:spMk id="6" creationId="{943D85A4-8F92-80F4-B8AB-330269299C33}"/>
          </ac:spMkLst>
        </pc:spChg>
        <pc:spChg chg="add mod">
          <ac:chgData name="Veljanovic, Nevena (PHAC/ASPC)" userId="9ce95a16-f2c4-4c4e-b314-ec09d7a8b8ea" providerId="ADAL" clId="{B3F4CA7F-05EB-4347-9C52-A7A69FB6B458}" dt="2023-04-25T21:09:46.096" v="370" actId="20577"/>
          <ac:spMkLst>
            <pc:docMk/>
            <pc:sldMk cId="392808700" sldId="278"/>
            <ac:spMk id="7" creationId="{95BC2B2A-A8B8-635C-C44B-7B50D2F9A188}"/>
          </ac:spMkLst>
        </pc:spChg>
        <pc:spChg chg="add mod">
          <ac:chgData name="Veljanovic, Nevena (PHAC/ASPC)" userId="9ce95a16-f2c4-4c4e-b314-ec09d7a8b8ea" providerId="ADAL" clId="{B3F4CA7F-05EB-4347-9C52-A7A69FB6B458}" dt="2023-04-25T21:14:41.146" v="936" actId="2085"/>
          <ac:spMkLst>
            <pc:docMk/>
            <pc:sldMk cId="392808700" sldId="278"/>
            <ac:spMk id="8" creationId="{BA3FE149-0FB9-006D-4681-281D48CDF98E}"/>
          </ac:spMkLst>
        </pc:spChg>
        <pc:spChg chg="add mod">
          <ac:chgData name="Veljanovic, Nevena (PHAC/ASPC)" userId="9ce95a16-f2c4-4c4e-b314-ec09d7a8b8ea" providerId="ADAL" clId="{B3F4CA7F-05EB-4347-9C52-A7A69FB6B458}" dt="2023-04-25T21:10:16.601" v="465" actId="20577"/>
          <ac:spMkLst>
            <pc:docMk/>
            <pc:sldMk cId="392808700" sldId="278"/>
            <ac:spMk id="9" creationId="{C9692F33-E926-A6A7-9A91-59FB30F0BD8F}"/>
          </ac:spMkLst>
        </pc:spChg>
        <pc:spChg chg="add del mod">
          <ac:chgData name="Veljanovic, Nevena (PHAC/ASPC)" userId="9ce95a16-f2c4-4c4e-b314-ec09d7a8b8ea" providerId="ADAL" clId="{B3F4CA7F-05EB-4347-9C52-A7A69FB6B458}" dt="2023-04-25T21:12:37.893" v="793" actId="478"/>
          <ac:spMkLst>
            <pc:docMk/>
            <pc:sldMk cId="392808700" sldId="278"/>
            <ac:spMk id="10" creationId="{11C19AC0-1C7C-9AA0-1B43-0D6C8B17CC3A}"/>
          </ac:spMkLst>
        </pc:spChg>
        <pc:spChg chg="add mod">
          <ac:chgData name="Veljanovic, Nevena (PHAC/ASPC)" userId="9ce95a16-f2c4-4c4e-b314-ec09d7a8b8ea" providerId="ADAL" clId="{B3F4CA7F-05EB-4347-9C52-A7A69FB6B458}" dt="2023-04-25T21:16:35.404" v="983" actId="20577"/>
          <ac:spMkLst>
            <pc:docMk/>
            <pc:sldMk cId="392808700" sldId="278"/>
            <ac:spMk id="11" creationId="{F04E2710-2AE2-4F06-1276-0A007ED1E0C8}"/>
          </ac:spMkLst>
        </pc:spChg>
        <pc:picChg chg="add mod">
          <ac:chgData name="Veljanovic, Nevena (PHAC/ASPC)" userId="9ce95a16-f2c4-4c4e-b314-ec09d7a8b8ea" providerId="ADAL" clId="{B3F4CA7F-05EB-4347-9C52-A7A69FB6B458}" dt="2023-04-25T20:02:50.565" v="29" actId="14100"/>
          <ac:picMkLst>
            <pc:docMk/>
            <pc:sldMk cId="392808700" sldId="278"/>
            <ac:picMk id="5" creationId="{1B1D772B-A4ED-7CB7-67FF-7E14FDEB1D93}"/>
          </ac:picMkLst>
        </pc:picChg>
      </pc:sldChg>
      <pc:sldChg chg="new del">
        <pc:chgData name="Veljanovic, Nevena (PHAC/ASPC)" userId="9ce95a16-f2c4-4c4e-b314-ec09d7a8b8ea" providerId="ADAL" clId="{B3F4CA7F-05EB-4347-9C52-A7A69FB6B458}" dt="2023-04-25T20:11:56.290" v="185" actId="47"/>
        <pc:sldMkLst>
          <pc:docMk/>
          <pc:sldMk cId="312521943" sldId="279"/>
        </pc:sldMkLst>
      </pc:sldChg>
      <pc:sldChg chg="addSp delSp modSp add del mod">
        <pc:chgData name="Veljanovic, Nevena (PHAC/ASPC)" userId="9ce95a16-f2c4-4c4e-b314-ec09d7a8b8ea" providerId="ADAL" clId="{B3F4CA7F-05EB-4347-9C52-A7A69FB6B458}" dt="2023-04-25T19:59:30.593" v="9"/>
        <pc:sldMkLst>
          <pc:docMk/>
          <pc:sldMk cId="3778839108" sldId="279"/>
        </pc:sldMkLst>
        <pc:spChg chg="add del">
          <ac:chgData name="Veljanovic, Nevena (PHAC/ASPC)" userId="9ce95a16-f2c4-4c4e-b314-ec09d7a8b8ea" providerId="ADAL" clId="{B3F4CA7F-05EB-4347-9C52-A7A69FB6B458}" dt="2023-04-25T19:59:29.076" v="8" actId="22"/>
          <ac:spMkLst>
            <pc:docMk/>
            <pc:sldMk cId="3778839108" sldId="279"/>
            <ac:spMk id="5" creationId="{EB241AE6-66D0-1E1D-4AFE-913117E8999F}"/>
          </ac:spMkLst>
        </pc:spChg>
      </pc:sldChg>
      <pc:sldChg chg="add del">
        <pc:chgData name="Veljanovic, Nevena (PHAC/ASPC)" userId="9ce95a16-f2c4-4c4e-b314-ec09d7a8b8ea" providerId="ADAL" clId="{B3F4CA7F-05EB-4347-9C52-A7A69FB6B458}" dt="2023-04-25T19:59:26.323" v="5"/>
        <pc:sldMkLst>
          <pc:docMk/>
          <pc:sldMk cId="277128504" sldId="280"/>
        </pc:sldMkLst>
      </pc:sldChg>
      <pc:sldMasterChg chg="modSp modSldLayout">
        <pc:chgData name="Veljanovic, Nevena (PHAC/ASPC)" userId="9ce95a16-f2c4-4c4e-b314-ec09d7a8b8ea" providerId="ADAL" clId="{B3F4CA7F-05EB-4347-9C52-A7A69FB6B458}" dt="2023-04-25T19:58:29.374" v="1"/>
        <pc:sldMasterMkLst>
          <pc:docMk/>
          <pc:sldMasterMk cId="4198593870" sldId="2147483672"/>
        </pc:sldMasterMkLst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2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3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4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5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6" creationId="{00000000-0000-0000-0000-000000000000}"/>
          </ac:spMkLst>
        </pc:sp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676556728" sldId="2147483673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676556728" sldId="2147483673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676556728" sldId="2147483673"/>
              <ac:spMk id="3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4197922069" sldId="2147483675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4197922069" sldId="2147483675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4197922069" sldId="2147483675"/>
              <ac:spMk id="3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1516106192" sldId="2147483676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516106192" sldId="2147483676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516106192" sldId="2147483676"/>
              <ac:spMk id="4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2597285875" sldId="2147483677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4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5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6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2365880469" sldId="2147483680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65880469" sldId="2147483680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65880469" sldId="2147483680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65880469" sldId="2147483680"/>
              <ac:spMk id="4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2392904038" sldId="2147483681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92904038" sldId="2147483681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92904038" sldId="2147483681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92904038" sldId="2147483681"/>
              <ac:spMk id="4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1401459632" sldId="2147483683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401459632" sldId="2147483683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401459632" sldId="2147483683"/>
              <ac:spMk id="3" creationId="{00000000-0000-0000-0000-000000000000}"/>
            </ac:spMkLst>
          </pc:spChg>
        </pc:sldLayoutChg>
      </pc:sldMasterChg>
      <pc:sldMasterChg chg="del delSldLayout">
        <pc:chgData name="Veljanovic, Nevena (PHAC/ASPC)" userId="9ce95a16-f2c4-4c4e-b314-ec09d7a8b8ea" providerId="ADAL" clId="{B3F4CA7F-05EB-4347-9C52-A7A69FB6B458}" dt="2023-04-25T19:59:38.647" v="11" actId="47"/>
        <pc:sldMasterMkLst>
          <pc:docMk/>
          <pc:sldMasterMk cId="2181120389" sldId="2147483696"/>
        </pc:sldMasterMkLst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3415322736" sldId="2147483697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2716410099" sldId="2147483698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530978189" sldId="2147483699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511012161" sldId="2147483700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868373725" sldId="2147483701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775919229" sldId="2147483702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2459521463" sldId="2147483703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1378558012" sldId="2147483704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2366786416" sldId="2147483705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553627991" sldId="2147483706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3919907969" sldId="2147483707"/>
          </pc:sldLayoutMkLst>
        </pc:sldLayoutChg>
      </pc:sldMasterChg>
    </pc:docChg>
  </pc:docChgLst>
  <pc:docChgLst>
    <pc:chgData name="Veljanovic, Nevena (PHAC/ASPC)" userId="S::nevena.veljanovic@phac-aspc.gc.ca::9ce95a16-f2c4-4c4e-b314-ec09d7a8b8ea" providerId="AD" clId="Web-{5A3CE8A0-B343-8DE1-3B46-42DF72417817}"/>
    <pc:docChg chg="addSld delSld modSld">
      <pc:chgData name="Veljanovic, Nevena (PHAC/ASPC)" userId="S::nevena.veljanovic@phac-aspc.gc.ca::9ce95a16-f2c4-4c4e-b314-ec09d7a8b8ea" providerId="AD" clId="Web-{5A3CE8A0-B343-8DE1-3B46-42DF72417817}" dt="2023-04-28T21:51:54.007" v="31"/>
      <pc:docMkLst>
        <pc:docMk/>
      </pc:docMkLst>
      <pc:sldChg chg="addSp delSp modSp">
        <pc:chgData name="Veljanovic, Nevena (PHAC/ASPC)" userId="S::nevena.veljanovic@phac-aspc.gc.ca::9ce95a16-f2c4-4c4e-b314-ec09d7a8b8ea" providerId="AD" clId="Web-{5A3CE8A0-B343-8DE1-3B46-42DF72417817}" dt="2023-04-28T21:51:41.117" v="30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5A3CE8A0-B343-8DE1-3B46-42DF72417817}" dt="2023-04-28T21:44:53.548" v="0" actId="14100"/>
          <ac:spMkLst>
            <pc:docMk/>
            <pc:sldMk cId="1028357646" sldId="280"/>
            <ac:spMk id="11" creationId="{1074F979-6303-D483-1CB1-A003CDB59FD8}"/>
          </ac:spMkLst>
        </pc:spChg>
        <pc:picChg chg="add del mod">
          <ac:chgData name="Veljanovic, Nevena (PHAC/ASPC)" userId="S::nevena.veljanovic@phac-aspc.gc.ca::9ce95a16-f2c4-4c4e-b314-ec09d7a8b8ea" providerId="AD" clId="Web-{5A3CE8A0-B343-8DE1-3B46-42DF72417817}" dt="2023-04-28T21:48:32.176" v="19"/>
          <ac:picMkLst>
            <pc:docMk/>
            <pc:sldMk cId="1028357646" sldId="280"/>
            <ac:picMk id="5" creationId="{CE83D850-07E6-FE2E-3BCB-E0983C0C0CB3}"/>
          </ac:picMkLst>
        </pc:picChg>
        <pc:picChg chg="add del mod">
          <ac:chgData name="Veljanovic, Nevena (PHAC/ASPC)" userId="S::nevena.veljanovic@phac-aspc.gc.ca::9ce95a16-f2c4-4c4e-b314-ec09d7a8b8ea" providerId="AD" clId="Web-{5A3CE8A0-B343-8DE1-3B46-42DF72417817}" dt="2023-04-28T21:51:41.117" v="30"/>
          <ac:picMkLst>
            <pc:docMk/>
            <pc:sldMk cId="1028357646" sldId="280"/>
            <ac:picMk id="6" creationId="{46C2D396-FA37-BE11-D898-3D8786789B5D}"/>
          </ac:picMkLst>
        </pc:picChg>
      </pc:sldChg>
      <pc:sldChg chg="addSp delSp modSp add del replId">
        <pc:chgData name="Veljanovic, Nevena (PHAC/ASPC)" userId="S::nevena.veljanovic@phac-aspc.gc.ca::9ce95a16-f2c4-4c4e-b314-ec09d7a8b8ea" providerId="AD" clId="Web-{5A3CE8A0-B343-8DE1-3B46-42DF72417817}" dt="2023-04-28T21:46:41.393" v="11"/>
        <pc:sldMkLst>
          <pc:docMk/>
          <pc:sldMk cId="1375348506" sldId="281"/>
        </pc:sldMkLst>
        <pc:picChg chg="add del mod">
          <ac:chgData name="Veljanovic, Nevena (PHAC/ASPC)" userId="S::nevena.veljanovic@phac-aspc.gc.ca::9ce95a16-f2c4-4c4e-b314-ec09d7a8b8ea" providerId="AD" clId="Web-{5A3CE8A0-B343-8DE1-3B46-42DF72417817}" dt="2023-04-28T21:46:39.081" v="10"/>
          <ac:picMkLst>
            <pc:docMk/>
            <pc:sldMk cId="1375348506" sldId="281"/>
            <ac:picMk id="5" creationId="{B06D5448-370D-A315-9D66-44668CB0B040}"/>
          </ac:picMkLst>
        </pc:picChg>
      </pc:sldChg>
      <pc:sldChg chg="add del replId">
        <pc:chgData name="Veljanovic, Nevena (PHAC/ASPC)" userId="S::nevena.veljanovic@phac-aspc.gc.ca::9ce95a16-f2c4-4c4e-b314-ec09d7a8b8ea" providerId="AD" clId="Web-{5A3CE8A0-B343-8DE1-3B46-42DF72417817}" dt="2023-04-28T21:51:54.007" v="31"/>
        <pc:sldMkLst>
          <pc:docMk/>
          <pc:sldMk cId="1377896021" sldId="281"/>
        </pc:sldMkLst>
      </pc:sldChg>
    </pc:docChg>
  </pc:docChgLst>
  <pc:docChgLst>
    <pc:chgData name="Veljanovic, Nevena (PHAC/ASPC)" userId="S::nevena.veljanovic@phac-aspc.gc.ca::9ce95a16-f2c4-4c4e-b314-ec09d7a8b8ea" providerId="AD" clId="Web-{E9DC5105-7321-9D91-8200-8FBA1EDB2655}"/>
    <pc:docChg chg="addSld delSld modSld sldOrd">
      <pc:chgData name="Veljanovic, Nevena (PHAC/ASPC)" userId="S::nevena.veljanovic@phac-aspc.gc.ca::9ce95a16-f2c4-4c4e-b314-ec09d7a8b8ea" providerId="AD" clId="Web-{E9DC5105-7321-9D91-8200-8FBA1EDB2655}" dt="2023-04-26T17:37:29.354" v="256" actId="1076"/>
      <pc:docMkLst>
        <pc:docMk/>
      </pc:docMkLst>
      <pc:sldChg chg="addSp delSp modSp add del mod modShow">
        <pc:chgData name="Veljanovic, Nevena (PHAC/ASPC)" userId="S::nevena.veljanovic@phac-aspc.gc.ca::9ce95a16-f2c4-4c4e-b314-ec09d7a8b8ea" providerId="AD" clId="Web-{E9DC5105-7321-9D91-8200-8FBA1EDB2655}" dt="2023-04-26T17:21:17.542" v="52"/>
        <pc:sldMkLst>
          <pc:docMk/>
          <pc:sldMk cId="392808700" sldId="278"/>
        </pc:sldMkLst>
        <pc:graphicFrameChg chg="del mod">
          <ac:chgData name="Veljanovic, Nevena (PHAC/ASPC)" userId="S::nevena.veljanovic@phac-aspc.gc.ca::9ce95a16-f2c4-4c4e-b314-ec09d7a8b8ea" providerId="AD" clId="Web-{E9DC5105-7321-9D91-8200-8FBA1EDB2655}" dt="2023-04-26T17:21:03.933" v="48"/>
          <ac:graphicFrameMkLst>
            <pc:docMk/>
            <pc:sldMk cId="392808700" sldId="278"/>
            <ac:graphicFrameMk id="3" creationId="{AE755321-EB52-0529-DCD0-B8F7E017760F}"/>
          </ac:graphicFrameMkLst>
        </pc:graphicFrameChg>
        <pc:picChg chg="add del mod">
          <ac:chgData name="Veljanovic, Nevena (PHAC/ASPC)" userId="S::nevena.veljanovic@phac-aspc.gc.ca::9ce95a16-f2c4-4c4e-b314-ec09d7a8b8ea" providerId="AD" clId="Web-{E9DC5105-7321-9D91-8200-8FBA1EDB2655}" dt="2023-04-26T17:21:03.027" v="47"/>
          <ac:picMkLst>
            <pc:docMk/>
            <pc:sldMk cId="392808700" sldId="278"/>
            <ac:picMk id="4" creationId="{6B89655E-22D9-38CE-E884-81A6E75CE69A}"/>
          </ac:picMkLst>
        </pc:picChg>
      </pc:sldChg>
      <pc:sldChg chg="addSp delSp modSp add ord replId">
        <pc:chgData name="Veljanovic, Nevena (PHAC/ASPC)" userId="S::nevena.veljanovic@phac-aspc.gc.ca::9ce95a16-f2c4-4c4e-b314-ec09d7a8b8ea" providerId="AD" clId="Web-{E9DC5105-7321-9D91-8200-8FBA1EDB2655}" dt="2023-04-26T17:37:29.354" v="256" actId="1076"/>
        <pc:sldMkLst>
          <pc:docMk/>
          <pc:sldMk cId="670642617" sldId="279"/>
        </pc:sldMkLst>
        <pc:spChg chg="mod">
          <ac:chgData name="Veljanovic, Nevena (PHAC/ASPC)" userId="S::nevena.veljanovic@phac-aspc.gc.ca::9ce95a16-f2c4-4c4e-b314-ec09d7a8b8ea" providerId="AD" clId="Web-{E9DC5105-7321-9D91-8200-8FBA1EDB2655}" dt="2023-04-26T17:37:29.354" v="256" actId="1076"/>
          <ac:spMkLst>
            <pc:docMk/>
            <pc:sldMk cId="670642617" sldId="279"/>
            <ac:spMk id="7" creationId="{95BC2B2A-A8B8-635C-C44B-7B50D2F9A188}"/>
          </ac:spMkLst>
        </pc:spChg>
        <pc:spChg chg="del mod">
          <ac:chgData name="Veljanovic, Nevena (PHAC/ASPC)" userId="S::nevena.veljanovic@phac-aspc.gc.ca::9ce95a16-f2c4-4c4e-b314-ec09d7a8b8ea" providerId="AD" clId="Web-{E9DC5105-7321-9D91-8200-8FBA1EDB2655}" dt="2023-04-26T17:21:45.355" v="57"/>
          <ac:spMkLst>
            <pc:docMk/>
            <pc:sldMk cId="670642617" sldId="279"/>
            <ac:spMk id="8" creationId="{BA3FE149-0FB9-006D-4681-281D48CDF98E}"/>
          </ac:spMkLst>
        </pc:spChg>
        <pc:spChg chg="mod">
          <ac:chgData name="Veljanovic, Nevena (PHAC/ASPC)" userId="S::nevena.veljanovic@phac-aspc.gc.ca::9ce95a16-f2c4-4c4e-b314-ec09d7a8b8ea" providerId="AD" clId="Web-{E9DC5105-7321-9D91-8200-8FBA1EDB2655}" dt="2023-04-26T17:25:46.047" v="174" actId="20577"/>
          <ac:spMkLst>
            <pc:docMk/>
            <pc:sldMk cId="670642617" sldId="279"/>
            <ac:spMk id="9" creationId="{C9692F33-E926-A6A7-9A91-59FB30F0BD8F}"/>
          </ac:spMkLst>
        </pc:spChg>
        <pc:spChg chg="del mod">
          <ac:chgData name="Veljanovic, Nevena (PHAC/ASPC)" userId="S::nevena.veljanovic@phac-aspc.gc.ca::9ce95a16-f2c4-4c4e-b314-ec09d7a8b8ea" providerId="AD" clId="Web-{E9DC5105-7321-9D91-8200-8FBA1EDB2655}" dt="2023-04-26T17:22:36.653" v="80"/>
          <ac:spMkLst>
            <pc:docMk/>
            <pc:sldMk cId="670642617" sldId="279"/>
            <ac:spMk id="11" creationId="{F04E2710-2AE2-4F06-1276-0A007ED1E0C8}"/>
          </ac:spMkLst>
        </pc:spChg>
        <pc:spChg chg="add mod">
          <ac:chgData name="Veljanovic, Nevena (PHAC/ASPC)" userId="S::nevena.veljanovic@phac-aspc.gc.ca::9ce95a16-f2c4-4c4e-b314-ec09d7a8b8ea" providerId="AD" clId="Web-{E9DC5105-7321-9D91-8200-8FBA1EDB2655}" dt="2023-04-26T17:26:44.969" v="244" actId="20577"/>
          <ac:spMkLst>
            <pc:docMk/>
            <pc:sldMk cId="670642617" sldId="279"/>
            <ac:spMk id="15" creationId="{62CA80ED-6434-3AFA-9547-24528841A17F}"/>
          </ac:spMkLst>
        </pc:spChg>
        <pc:spChg chg="add del mod">
          <ac:chgData name="Veljanovic, Nevena (PHAC/ASPC)" userId="S::nevena.veljanovic@phac-aspc.gc.ca::9ce95a16-f2c4-4c4e-b314-ec09d7a8b8ea" providerId="AD" clId="Web-{E9DC5105-7321-9D91-8200-8FBA1EDB2655}" dt="2023-04-26T17:26:55.766" v="248"/>
          <ac:spMkLst>
            <pc:docMk/>
            <pc:sldMk cId="670642617" sldId="279"/>
            <ac:spMk id="16" creationId="{0277D884-5829-2871-43B1-4C78A1EC2EB3}"/>
          </ac:spMkLst>
        </pc:spChg>
        <pc:graphicFrameChg chg="del mod">
          <ac:chgData name="Veljanovic, Nevena (PHAC/ASPC)" userId="S::nevena.veljanovic@phac-aspc.gc.ca::9ce95a16-f2c4-4c4e-b314-ec09d7a8b8ea" providerId="AD" clId="Web-{E9DC5105-7321-9D91-8200-8FBA1EDB2655}" dt="2023-04-26T17:21:23.949" v="53"/>
          <ac:graphicFrameMkLst>
            <pc:docMk/>
            <pc:sldMk cId="670642617" sldId="279"/>
            <ac:graphicFrameMk id="3" creationId="{AE755321-EB52-0529-DCD0-B8F7E017760F}"/>
          </ac:graphicFrameMkLst>
        </pc:graphicFrameChg>
        <pc:picChg chg="del mod">
          <ac:chgData name="Veljanovic, Nevena (PHAC/ASPC)" userId="S::nevena.veljanovic@phac-aspc.gc.ca::9ce95a16-f2c4-4c4e-b314-ec09d7a8b8ea" providerId="AD" clId="Web-{E9DC5105-7321-9D91-8200-8FBA1EDB2655}" dt="2023-04-26T17:21:26.199" v="54"/>
          <ac:picMkLst>
            <pc:docMk/>
            <pc:sldMk cId="670642617" sldId="279"/>
            <ac:picMk id="4" creationId="{6B89655E-22D9-38CE-E884-81A6E75CE69A}"/>
          </ac:picMkLst>
        </pc:picChg>
        <pc:picChg chg="add del mod">
          <ac:chgData name="Veljanovic, Nevena (PHAC/ASPC)" userId="S::nevena.veljanovic@phac-aspc.gc.ca::9ce95a16-f2c4-4c4e-b314-ec09d7a8b8ea" providerId="AD" clId="Web-{E9DC5105-7321-9D91-8200-8FBA1EDB2655}" dt="2023-04-26T15:14:47.097" v="46"/>
          <ac:picMkLst>
            <pc:docMk/>
            <pc:sldMk cId="670642617" sldId="279"/>
            <ac:picMk id="10" creationId="{6768903F-566B-6AAE-7B1A-116A6501D217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28:19.768" v="254" actId="1076"/>
          <ac:picMkLst>
            <pc:docMk/>
            <pc:sldMk cId="670642617" sldId="279"/>
            <ac:picMk id="10" creationId="{83ABE85F-4AC0-9317-4EC1-F66449D44DE7}"/>
          </ac:picMkLst>
        </pc:picChg>
        <pc:picChg chg="add del mod">
          <ac:chgData name="Veljanovic, Nevena (PHAC/ASPC)" userId="S::nevena.veljanovic@phac-aspc.gc.ca::9ce95a16-f2c4-4c4e-b314-ec09d7a8b8ea" providerId="AD" clId="Web-{E9DC5105-7321-9D91-8200-8FBA1EDB2655}" dt="2023-04-26T15:14:44.487" v="45"/>
          <ac:picMkLst>
            <pc:docMk/>
            <pc:sldMk cId="670642617" sldId="279"/>
            <ac:picMk id="12" creationId="{2E2302DC-9960-75AB-7401-B5332B33BF96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37:23.260" v="255" actId="1076"/>
          <ac:picMkLst>
            <pc:docMk/>
            <pc:sldMk cId="670642617" sldId="279"/>
            <ac:picMk id="12" creationId="{CB55FA31-9EBD-D3D2-A1A8-C247FF2C9ADC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25:02.015" v="133" actId="1076"/>
          <ac:picMkLst>
            <pc:docMk/>
            <pc:sldMk cId="670642617" sldId="279"/>
            <ac:picMk id="13" creationId="{FC118B3D-160F-766C-9D56-FFB094B68EC2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25:23.077" v="138" actId="1076"/>
          <ac:picMkLst>
            <pc:docMk/>
            <pc:sldMk cId="670642617" sldId="279"/>
            <ac:picMk id="14" creationId="{77086A79-6BC1-4D66-838E-CC170F7DC6A7}"/>
          </ac:picMkLst>
        </pc:picChg>
      </pc:sldChg>
      <pc:sldChg chg="add del replId">
        <pc:chgData name="Veljanovic, Nevena (PHAC/ASPC)" userId="S::nevena.veljanovic@phac-aspc.gc.ca::9ce95a16-f2c4-4c4e-b314-ec09d7a8b8ea" providerId="AD" clId="Web-{E9DC5105-7321-9D91-8200-8FBA1EDB2655}" dt="2023-04-26T14:52:54.848" v="13"/>
        <pc:sldMkLst>
          <pc:docMk/>
          <pc:sldMk cId="3761116241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7210D-2CF7-4936-9EBB-CD77896D307D}" type="datetimeFigureOut">
              <a:rPr lang="en-CA" smtClean="0"/>
              <a:t>2023-05-01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143000"/>
            <a:ext cx="2193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56603-42EC-4CCD-A713-68DECF74A81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517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756603-42EC-4CCD-A713-68DECF74A81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8190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-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Double 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23227" y="2314086"/>
            <a:ext cx="6416208" cy="679375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Double 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97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A2CDDEF-0098-1144-82BA-04E3D7B3C776}"/>
              </a:ext>
            </a:extLst>
          </p:cNvPr>
          <p:cNvSpPr/>
          <p:nvPr userDrawn="1"/>
        </p:nvSpPr>
        <p:spPr>
          <a:xfrm>
            <a:off x="2071231" y="6706454"/>
            <a:ext cx="5524957" cy="3985360"/>
          </a:xfrm>
          <a:custGeom>
            <a:avLst/>
            <a:gdLst>
              <a:gd name="connsiteX0" fmla="*/ 8867642 w 8867642"/>
              <a:gd name="connsiteY0" fmla="*/ 0 h 2556311"/>
              <a:gd name="connsiteX1" fmla="*/ 8867642 w 8867642"/>
              <a:gd name="connsiteY1" fmla="*/ 2556311 h 2556311"/>
              <a:gd name="connsiteX2" fmla="*/ 0 w 8867642"/>
              <a:gd name="connsiteY2" fmla="*/ 2556310 h 2556311"/>
              <a:gd name="connsiteX3" fmla="*/ 26386 w 8867642"/>
              <a:gd name="connsiteY3" fmla="*/ 2538274 h 2556311"/>
              <a:gd name="connsiteX4" fmla="*/ 1515993 w 8867642"/>
              <a:gd name="connsiteY4" fmla="*/ 1768130 h 2556311"/>
              <a:gd name="connsiteX5" fmla="*/ 3934574 w 8867642"/>
              <a:gd name="connsiteY5" fmla="*/ 1766356 h 2556311"/>
              <a:gd name="connsiteX6" fmla="*/ 4393842 w 8867642"/>
              <a:gd name="connsiteY6" fmla="*/ 1805439 h 2556311"/>
              <a:gd name="connsiteX7" fmla="*/ 4469253 w 8867642"/>
              <a:gd name="connsiteY7" fmla="*/ 1815426 h 2556311"/>
              <a:gd name="connsiteX8" fmla="*/ 5425917 w 8867642"/>
              <a:gd name="connsiteY8" fmla="*/ 1826676 h 2556311"/>
              <a:gd name="connsiteX9" fmla="*/ 5569862 w 8867642"/>
              <a:gd name="connsiteY9" fmla="*/ 1810948 h 2556311"/>
              <a:gd name="connsiteX10" fmla="*/ 5623918 w 8867642"/>
              <a:gd name="connsiteY10" fmla="*/ 1807930 h 2556311"/>
              <a:gd name="connsiteX11" fmla="*/ 5622113 w 8867642"/>
              <a:gd name="connsiteY11" fmla="*/ 1805240 h 2556311"/>
              <a:gd name="connsiteX12" fmla="*/ 5665414 w 8867642"/>
              <a:gd name="connsiteY12" fmla="*/ 1800509 h 2556311"/>
              <a:gd name="connsiteX13" fmla="*/ 7735986 w 8867642"/>
              <a:gd name="connsiteY13" fmla="*/ 1024657 h 2556311"/>
              <a:gd name="connsiteX14" fmla="*/ 8848323 w 8867642"/>
              <a:gd name="connsiteY14" fmla="*/ 24772 h 2556311"/>
              <a:gd name="connsiteX15" fmla="*/ 8867642 w 8867642"/>
              <a:gd name="connsiteY15" fmla="*/ 0 h 2556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867642" h="2556311">
                <a:moveTo>
                  <a:pt x="8867642" y="0"/>
                </a:moveTo>
                <a:lnTo>
                  <a:pt x="8867642" y="2556311"/>
                </a:lnTo>
                <a:lnTo>
                  <a:pt x="0" y="2556310"/>
                </a:lnTo>
                <a:lnTo>
                  <a:pt x="26386" y="2538274"/>
                </a:lnTo>
                <a:cubicBezTo>
                  <a:pt x="524000" y="2199208"/>
                  <a:pt x="1006038" y="1890662"/>
                  <a:pt x="1515993" y="1768130"/>
                </a:cubicBezTo>
                <a:cubicBezTo>
                  <a:pt x="2365917" y="1563911"/>
                  <a:pt x="3093087" y="1681334"/>
                  <a:pt x="3934574" y="1766356"/>
                </a:cubicBezTo>
                <a:lnTo>
                  <a:pt x="4393842" y="1805439"/>
                </a:lnTo>
                <a:lnTo>
                  <a:pt x="4469253" y="1815426"/>
                </a:lnTo>
                <a:cubicBezTo>
                  <a:pt x="4785862" y="1849690"/>
                  <a:pt x="5106289" y="1853758"/>
                  <a:pt x="5425917" y="1826676"/>
                </a:cubicBezTo>
                <a:lnTo>
                  <a:pt x="5569862" y="1810948"/>
                </a:lnTo>
                <a:lnTo>
                  <a:pt x="5623918" y="1807930"/>
                </a:lnTo>
                <a:lnTo>
                  <a:pt x="5622113" y="1805240"/>
                </a:lnTo>
                <a:lnTo>
                  <a:pt x="5665414" y="1800509"/>
                </a:lnTo>
                <a:cubicBezTo>
                  <a:pt x="6383026" y="1704399"/>
                  <a:pt x="7090746" y="1449395"/>
                  <a:pt x="7735986" y="1024657"/>
                </a:cubicBezTo>
                <a:cubicBezTo>
                  <a:pt x="8166146" y="741500"/>
                  <a:pt x="8537995" y="403011"/>
                  <a:pt x="8848323" y="24772"/>
                </a:cubicBezTo>
                <a:lnTo>
                  <a:pt x="88676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1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097DE3E-1431-D34C-BEC7-E572985A45CA}"/>
              </a:ext>
            </a:extLst>
          </p:cNvPr>
          <p:cNvSpPr/>
          <p:nvPr userDrawn="1"/>
        </p:nvSpPr>
        <p:spPr>
          <a:xfrm>
            <a:off x="5996448" y="6695788"/>
            <a:ext cx="1599740" cy="3996025"/>
          </a:xfrm>
          <a:custGeom>
            <a:avLst/>
            <a:gdLst>
              <a:gd name="connsiteX0" fmla="*/ 1824993 w 1824993"/>
              <a:gd name="connsiteY0" fmla="*/ 0 h 2309145"/>
              <a:gd name="connsiteX1" fmla="*/ 1824993 w 1824993"/>
              <a:gd name="connsiteY1" fmla="*/ 2309145 h 2309145"/>
              <a:gd name="connsiteX2" fmla="*/ 0 w 1824993"/>
              <a:gd name="connsiteY2" fmla="*/ 2309145 h 2309145"/>
              <a:gd name="connsiteX3" fmla="*/ 206368 w 1824993"/>
              <a:gd name="connsiteY3" fmla="*/ 2205077 h 2309145"/>
              <a:gd name="connsiteX4" fmla="*/ 1813457 w 1824993"/>
              <a:gd name="connsiteY4" fmla="*/ 52324 h 2309145"/>
              <a:gd name="connsiteX5" fmla="*/ 1824993 w 1824993"/>
              <a:gd name="connsiteY5" fmla="*/ 0 h 2309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4993" h="2309145">
                <a:moveTo>
                  <a:pt x="1824993" y="0"/>
                </a:moveTo>
                <a:lnTo>
                  <a:pt x="1824993" y="2309145"/>
                </a:lnTo>
                <a:lnTo>
                  <a:pt x="0" y="2309145"/>
                </a:lnTo>
                <a:lnTo>
                  <a:pt x="206368" y="2205077"/>
                </a:lnTo>
                <a:cubicBezTo>
                  <a:pt x="993411" y="1757510"/>
                  <a:pt x="1585142" y="981267"/>
                  <a:pt x="1813457" y="52324"/>
                </a:cubicBezTo>
                <a:lnTo>
                  <a:pt x="18249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3228" y="527604"/>
            <a:ext cx="6415218" cy="150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Double 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227" y="2314086"/>
            <a:ext cx="6416208" cy="6793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Double 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rminator 8">
            <a:extLst>
              <a:ext uri="{FF2B5EF4-FFF2-40B4-BE49-F238E27FC236}">
                <a16:creationId xmlns:a16="http://schemas.microsoft.com/office/drawing/2014/main" id="{E322BA0B-10FF-494E-BB7C-1A271570AE26}"/>
              </a:ext>
            </a:extLst>
          </p:cNvPr>
          <p:cNvSpPr/>
          <p:nvPr userDrawn="1"/>
        </p:nvSpPr>
        <p:spPr>
          <a:xfrm>
            <a:off x="7147274" y="9405664"/>
            <a:ext cx="914735" cy="76640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6971" tIns="28486" rIns="56971" bIns="284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21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CAAA1-D76F-6F4F-9BC7-F420C3E9207A}"/>
              </a:ext>
            </a:extLst>
          </p:cNvPr>
          <p:cNvSpPr txBox="1"/>
          <p:nvPr userDrawn="1"/>
        </p:nvSpPr>
        <p:spPr>
          <a:xfrm>
            <a:off x="7147274" y="9665980"/>
            <a:ext cx="340397" cy="245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C8547B79-52C9-BE46-AD84-68BC5211B6FF}" type="slidenum">
              <a:rPr lang="en-US" sz="997" smtClean="0">
                <a:solidFill>
                  <a:schemeClr val="tx1"/>
                </a:solidFill>
              </a:rPr>
              <a:t>‹#›</a:t>
            </a:fld>
            <a:endParaRPr lang="en-US" sz="99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26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hf hdr="0" ftr="0" dt="0"/>
  <p:txStyles>
    <p:titleStyle>
      <a:lvl1pPr algn="l" defTabSz="569671" rtl="0" eaLnBrk="1" latinLnBrk="0" hangingPunct="1">
        <a:lnSpc>
          <a:spcPct val="75000"/>
        </a:lnSpc>
        <a:spcBef>
          <a:spcPct val="0"/>
        </a:spcBef>
        <a:buNone/>
        <a:defRPr sz="2118" b="1" i="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42418" indent="-142418" algn="l" defTabSz="569671" rtl="0" eaLnBrk="1" latinLnBrk="0" hangingPunct="1">
        <a:lnSpc>
          <a:spcPct val="90000"/>
        </a:lnSpc>
        <a:spcBef>
          <a:spcPts val="623"/>
        </a:spcBef>
        <a:buFont typeface="Arial" panose="020B0604020202020204" pitchFamily="34" charset="0"/>
        <a:buChar char="•"/>
        <a:defRPr sz="1495" kern="1200">
          <a:solidFill>
            <a:schemeClr val="tx1"/>
          </a:solidFill>
          <a:latin typeface="+mn-lt"/>
          <a:ea typeface="+mn-ea"/>
          <a:cs typeface="+mn-cs"/>
        </a:defRPr>
      </a:lvl1pPr>
      <a:lvl2pPr marL="305605" indent="-138462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445056" indent="-110769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997" kern="1200">
          <a:solidFill>
            <a:schemeClr val="tx1"/>
          </a:solidFill>
          <a:latin typeface="+mn-lt"/>
          <a:ea typeface="+mn-ea"/>
          <a:cs typeface="+mn-cs"/>
        </a:defRPr>
      </a:lvl3pPr>
      <a:lvl4pPr marL="584507" indent="-111759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872" kern="1200">
          <a:solidFill>
            <a:schemeClr val="tx1"/>
          </a:solidFill>
          <a:latin typeface="+mn-lt"/>
          <a:ea typeface="+mn-ea"/>
          <a:cs typeface="+mn-cs"/>
        </a:defRPr>
      </a:lvl4pPr>
      <a:lvl5pPr marL="723957" indent="-111759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872" kern="1200">
          <a:solidFill>
            <a:schemeClr val="tx1"/>
          </a:solidFill>
          <a:latin typeface="+mn-lt"/>
          <a:ea typeface="+mn-ea"/>
          <a:cs typeface="+mn-cs"/>
        </a:defRPr>
      </a:lvl5pPr>
      <a:lvl6pPr marL="1566596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6pPr>
      <a:lvl7pPr marL="1851431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7pPr>
      <a:lvl8pPr marL="2136267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8pPr>
      <a:lvl9pPr marL="2421103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1pPr>
      <a:lvl2pPr marL="284836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2pPr>
      <a:lvl3pPr marL="569671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3pPr>
      <a:lvl4pPr marL="854507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4pPr>
      <a:lvl5pPr marL="1139342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5pPr>
      <a:lvl6pPr marL="1424178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6pPr>
      <a:lvl7pPr marL="1709014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7pPr>
      <a:lvl8pPr marL="1993849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8pPr>
      <a:lvl9pPr marL="2278685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>
          <p15:clr>
            <a:srgbClr val="F26B43"/>
          </p15:clr>
        </p15:guide>
        <p15:guide id="2" pos="75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pos="7582">
          <p15:clr>
            <a:srgbClr val="F26B43"/>
          </p15:clr>
        </p15:guide>
        <p15:guide id="5" orient="horz" pos="210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529">
          <p15:clr>
            <a:srgbClr val="F26B43"/>
          </p15:clr>
        </p15:guide>
        <p15:guide id="8" pos="7015">
          <p15:clr>
            <a:srgbClr val="F26B43"/>
          </p15:clr>
        </p15:guide>
        <p15:guide id="9" orient="horz" pos="3793">
          <p15:clr>
            <a:srgbClr val="F26B43"/>
          </p15:clr>
        </p15:guide>
        <p15:guide id="10" orient="horz" pos="935">
          <p15:clr>
            <a:srgbClr val="F26B43"/>
          </p15:clr>
        </p15:guide>
        <p15:guide id="11" orient="horz" pos="3680">
          <p15:clr>
            <a:srgbClr val="F26B43"/>
          </p15:clr>
        </p15:guide>
        <p15:guide id="12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B9B0-246E-8F45-9BEE-A5F2FC6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76" y="255416"/>
            <a:ext cx="6841074" cy="603603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chemeClr val="accent1"/>
                </a:solidFill>
                <a:latin typeface="Arial"/>
                <a:cs typeface="Arial"/>
              </a:rPr>
              <a:t>Chlamydia outbreak in region 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692F33-E926-A6A7-9A91-59FB30F0BD8F}"/>
              </a:ext>
            </a:extLst>
          </p:cNvPr>
          <p:cNvSpPr/>
          <p:nvPr/>
        </p:nvSpPr>
        <p:spPr>
          <a:xfrm>
            <a:off x="313790" y="5803339"/>
            <a:ext cx="6905625" cy="240908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CA">
              <a:solidFill>
                <a:schemeClr val="tx1"/>
              </a:solidFill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7F54D-BA00-E939-750F-AC37E21CEE4A}"/>
              </a:ext>
            </a:extLst>
          </p:cNvPr>
          <p:cNvSpPr txBox="1"/>
          <p:nvPr/>
        </p:nvSpPr>
        <p:spPr>
          <a:xfrm>
            <a:off x="176376" y="760464"/>
            <a:ext cx="7065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Chlamydia is a bacterial infection spread by sexual contact with infected individuals.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5450C-18FE-FEA3-B602-1605613D4082}"/>
              </a:ext>
            </a:extLst>
          </p:cNvPr>
          <p:cNvSpPr/>
          <p:nvPr/>
        </p:nvSpPr>
        <p:spPr>
          <a:xfrm>
            <a:off x="313790" y="4033002"/>
            <a:ext cx="3314700" cy="1503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Chlamydia infections peaked towards the end of September.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8B5E8E-2D37-C626-C2A9-AC7EAD8B05C9}"/>
              </a:ext>
            </a:extLst>
          </p:cNvPr>
          <p:cNvSpPr/>
          <p:nvPr/>
        </p:nvSpPr>
        <p:spPr>
          <a:xfrm>
            <a:off x="3904715" y="4027300"/>
            <a:ext cx="3314700" cy="150319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Chlamydia infections peaked towards the end of September.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D3E04-6CD4-1986-A556-AE05D8B080BB}"/>
              </a:ext>
            </a:extLst>
          </p:cNvPr>
          <p:cNvSpPr txBox="1"/>
          <p:nvPr/>
        </p:nvSpPr>
        <p:spPr>
          <a:xfrm>
            <a:off x="3920763" y="4257063"/>
            <a:ext cx="1958459" cy="10926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6500" b="1">
                <a:solidFill>
                  <a:schemeClr val="accent2">
                    <a:lumMod val="75000"/>
                  </a:schemeClr>
                </a:solidFill>
                <a:latin typeface="+mj-lt"/>
              </a:rPr>
              <a:t>72%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3766BF-0D71-BA18-FD98-E044C7AAE3CA}"/>
              </a:ext>
            </a:extLst>
          </p:cNvPr>
          <p:cNvSpPr txBox="1"/>
          <p:nvPr/>
        </p:nvSpPr>
        <p:spPr>
          <a:xfrm>
            <a:off x="5653469" y="4354254"/>
            <a:ext cx="1626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of cases were 15 to 24 years old.</a:t>
            </a:r>
          </a:p>
        </p:txBody>
      </p:sp>
      <p:pic>
        <p:nvPicPr>
          <p:cNvPr id="30" name="Picture 29" descr="Female cases grouped by number of sexual partners show most female cases had 0 or 1 sexual partner.">
            <a:extLst>
              <a:ext uri="{FF2B5EF4-FFF2-40B4-BE49-F238E27FC236}">
                <a16:creationId xmlns:a16="http://schemas.microsoft.com/office/drawing/2014/main" id="{BB60FA4C-C464-495C-68EF-00313F6900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9" r="8599"/>
          <a:stretch/>
        </p:blipFill>
        <p:spPr>
          <a:xfrm>
            <a:off x="361990" y="5889163"/>
            <a:ext cx="3351990" cy="2237438"/>
          </a:xfrm>
          <a:prstGeom prst="rect">
            <a:avLst/>
          </a:prstGeom>
        </p:spPr>
      </p:pic>
      <p:pic>
        <p:nvPicPr>
          <p:cNvPr id="4" name="Picture 5" descr="Epi curve of chlamydia cases show increase in cases around the end of September 2012 in cases aged 15-24.">
            <a:extLst>
              <a:ext uri="{FF2B5EF4-FFF2-40B4-BE49-F238E27FC236}">
                <a16:creationId xmlns:a16="http://schemas.microsoft.com/office/drawing/2014/main" id="{02CC1E86-04FD-6153-4207-B6234D5029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208" r="-101" b="18812"/>
          <a:stretch/>
        </p:blipFill>
        <p:spPr>
          <a:xfrm>
            <a:off x="507" y="1525035"/>
            <a:ext cx="7594098" cy="2407791"/>
          </a:xfrm>
          <a:prstGeom prst="rect">
            <a:avLst/>
          </a:prstGeom>
        </p:spPr>
      </p:pic>
      <p:pic>
        <p:nvPicPr>
          <p:cNvPr id="8" name="Picture 10" descr="Male cases grouped by number of sexual partners show most male cases had multiple sexual partners.">
            <a:extLst>
              <a:ext uri="{FF2B5EF4-FFF2-40B4-BE49-F238E27FC236}">
                <a16:creationId xmlns:a16="http://schemas.microsoft.com/office/drawing/2014/main" id="{D3483F6A-98EE-F000-85AC-C2E47787A3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772" r="5413" b="452"/>
          <a:stretch/>
        </p:blipFill>
        <p:spPr>
          <a:xfrm>
            <a:off x="3986820" y="5887332"/>
            <a:ext cx="3172262" cy="22411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B0C2EB-4BFD-ED67-8A55-8930D9813CAF}"/>
              </a:ext>
            </a:extLst>
          </p:cNvPr>
          <p:cNvSpPr/>
          <p:nvPr/>
        </p:nvSpPr>
        <p:spPr>
          <a:xfrm>
            <a:off x="-233659" y="8470796"/>
            <a:ext cx="3230880" cy="6036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cap="all">
                <a:solidFill>
                  <a:schemeClr val="tx2"/>
                </a:solidFill>
                <a:latin typeface="Arial"/>
                <a:ea typeface="+mj-ea"/>
                <a:cs typeface="Arial"/>
              </a:rPr>
              <a:t>Recommendations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4F979-6303-D483-1CB1-A003CDB59FD8}"/>
              </a:ext>
            </a:extLst>
          </p:cNvPr>
          <p:cNvSpPr txBox="1"/>
          <p:nvPr/>
        </p:nvSpPr>
        <p:spPr>
          <a:xfrm>
            <a:off x="316322" y="9262456"/>
            <a:ext cx="7310311" cy="954107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Prevention measures should target </a:t>
            </a:r>
            <a:r>
              <a:rPr lang="en-CA" sz="2000" b="1">
                <a:solidFill>
                  <a:schemeClr val="accent2">
                    <a:lumMod val="75000"/>
                  </a:schemeClr>
                </a:solidFill>
                <a:latin typeface="+mj-lt"/>
              </a:rPr>
              <a:t>young males </a:t>
            </a:r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aged 18 to 34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Prevention messaging should target university population through social media such Instagram and TikTok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9CD1B5-905F-36FF-23B8-F20C70D626ED}"/>
              </a:ext>
            </a:extLst>
          </p:cNvPr>
          <p:cNvSpPr txBox="1"/>
          <p:nvPr/>
        </p:nvSpPr>
        <p:spPr>
          <a:xfrm>
            <a:off x="239771" y="10411099"/>
            <a:ext cx="7386915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CA" sz="1050" i="1" dirty="0">
                <a:solidFill>
                  <a:schemeClr val="accent1"/>
                </a:solidFill>
              </a:rPr>
              <a:t>INDICATOR SOURCE: </a:t>
            </a:r>
            <a:r>
              <a:rPr lang="en-CA" sz="1050" dirty="0">
                <a:solidFill>
                  <a:schemeClr val="accent1"/>
                </a:solidFill>
              </a:rPr>
              <a:t>Mock</a:t>
            </a:r>
            <a:r>
              <a:rPr lang="en-CA" sz="1050" dirty="0">
                <a:solidFill>
                  <a:schemeClr val="tx2"/>
                </a:solidFill>
              </a:rPr>
              <a:t> chlamydia dataset created by </a:t>
            </a:r>
            <a:r>
              <a:rPr lang="en-CA" sz="1050" dirty="0">
                <a:solidFill>
                  <a:schemeClr val="tx2"/>
                </a:solidFill>
                <a:ea typeface="+mn-lt"/>
                <a:cs typeface="+mn-lt"/>
              </a:rPr>
              <a:t>Linda </a:t>
            </a:r>
            <a:r>
              <a:rPr lang="en-CA" sz="1050" err="1">
                <a:solidFill>
                  <a:schemeClr val="tx2"/>
                </a:solidFill>
                <a:ea typeface="+mn-lt"/>
                <a:cs typeface="+mn-lt"/>
              </a:rPr>
              <a:t>Vrbova</a:t>
            </a:r>
            <a:r>
              <a:rPr lang="en-CA" sz="1050" dirty="0">
                <a:solidFill>
                  <a:schemeClr val="tx2"/>
                </a:solidFill>
              </a:rPr>
              <a:t> and modified by the TDU for training purposes.</a:t>
            </a:r>
          </a:p>
        </p:txBody>
      </p:sp>
    </p:spTree>
    <p:extLst>
      <p:ext uri="{BB962C8B-B14F-4D97-AF65-F5344CB8AC3E}">
        <p14:creationId xmlns:p14="http://schemas.microsoft.com/office/powerpoint/2010/main" val="102835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- 02">
  <a:themeElements>
    <a:clrScheme name="Hyper Blue (Dark)">
      <a:dk1>
        <a:srgbClr val="323332"/>
      </a:dk1>
      <a:lt1>
        <a:srgbClr val="FEFFFF"/>
      </a:lt1>
      <a:dk2>
        <a:srgbClr val="FEFFFF"/>
      </a:dk2>
      <a:lt2>
        <a:srgbClr val="969696"/>
      </a:lt2>
      <a:accent1>
        <a:srgbClr val="1B304A"/>
      </a:accent1>
      <a:accent2>
        <a:srgbClr val="00CFFF"/>
      </a:accent2>
      <a:accent3>
        <a:srgbClr val="FF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1A304A"/>
      </a:hlink>
      <a:folHlink>
        <a:srgbClr val="06CE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64-05-19-2447-TDU-PPT-Template-EN-D" id="{8AE66DAF-BA77-5645-963E-3F61E0DD54AA}" vid="{46E76BA8-12C7-754B-99FD-6F810D0226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284AABCA0AD3438948330854908A41" ma:contentTypeVersion="18" ma:contentTypeDescription="Create a new document." ma:contentTypeScope="" ma:versionID="a6d420a88995e5738642308b1b43a95b">
  <xsd:schema xmlns:xsd="http://www.w3.org/2001/XMLSchema" xmlns:xs="http://www.w3.org/2001/XMLSchema" xmlns:p="http://schemas.microsoft.com/office/2006/metadata/properties" xmlns:ns2="7103d4f6-ee92-414b-a650-3e3b4090863e" xmlns:ns3="cc32d92f-7736-4923-8cdf-168cc5809e71" targetNamespace="http://schemas.microsoft.com/office/2006/metadata/properties" ma:root="true" ma:fieldsID="698cc63028969b01542199cbeca87e06" ns2:_="" ns3:_="">
    <xsd:import namespace="7103d4f6-ee92-414b-a650-3e3b4090863e"/>
    <xsd:import namespace="cc32d92f-7736-4923-8cdf-168cc5809e71"/>
    <xsd:element name="properties">
      <xsd:complexType>
        <xsd:sequence>
          <xsd:element name="documentManagement">
            <xsd:complexType>
              <xsd:all>
                <xsd:element ref="ns2:TypeofDocument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3d4f6-ee92-414b-a650-3e3b4090863e" elementFormDefault="qualified">
    <xsd:import namespace="http://schemas.microsoft.com/office/2006/documentManagement/types"/>
    <xsd:import namespace="http://schemas.microsoft.com/office/infopath/2007/PartnerControls"/>
    <xsd:element name="TypeofDocument" ma:index="8" nillable="true" ma:displayName="Type of Document" ma:description="Specify the type of document that you're uploading. For example, is this a report, infographic, yada yada" ma:format="Dropdown" ma:internalName="TypeofDocument">
      <xsd:simpleType>
        <xsd:restriction base="dms:Choice">
          <xsd:enumeration value="Report"/>
          <xsd:enumeration value="Infographic"/>
          <xsd:enumeration value="Financial Statement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6ddb0ec-cae1-4b94-bdc6-d5be94c720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2d92f-7736-4923-8cdf-168cc5809e7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d6a320f-1d75-441a-bf8a-15e288b533c0}" ma:internalName="TaxCatchAll" ma:showField="CatchAllData" ma:web="cc32d92f-7736-4923-8cdf-168cc5809e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03d4f6-ee92-414b-a650-3e3b4090863e">
      <Terms xmlns="http://schemas.microsoft.com/office/infopath/2007/PartnerControls"/>
    </lcf76f155ced4ddcb4097134ff3c332f>
    <TypeofDocument xmlns="7103d4f6-ee92-414b-a650-3e3b4090863e" xsi:nil="true"/>
    <TaxCatchAll xmlns="cc32d92f-7736-4923-8cdf-168cc5809e71" xsi:nil="true"/>
  </documentManagement>
</p:properties>
</file>

<file path=customXml/itemProps1.xml><?xml version="1.0" encoding="utf-8"?>
<ds:datastoreItem xmlns:ds="http://schemas.openxmlformats.org/officeDocument/2006/customXml" ds:itemID="{C8CC3BC6-8475-4444-9A04-DFCDBB9E6A51}"/>
</file>

<file path=customXml/itemProps2.xml><?xml version="1.0" encoding="utf-8"?>
<ds:datastoreItem xmlns:ds="http://schemas.openxmlformats.org/officeDocument/2006/customXml" ds:itemID="{8007DBA1-0383-409C-80B0-3A498C9790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2E84AA-EA6F-4048-BCB1-74CF77CE0B31}">
  <ds:schemaRefs>
    <ds:schemaRef ds:uri="7103d4f6-ee92-414b-a650-3e3b4090863e"/>
    <ds:schemaRef ds:uri="cc32d92f-7736-4923-8cdf-168cc5809e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86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 - 02</vt:lpstr>
      <vt:lpstr>Chlamydia outbreak in region 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Veljanovic, Nevena (PHAC/ASPC)</dc:creator>
  <cp:lastModifiedBy>Hetman, Benjamin (PHAC/ASPC)</cp:lastModifiedBy>
  <cp:revision>8</cp:revision>
  <dcterms:created xsi:type="dcterms:W3CDTF">2023-04-25T19:55:51Z</dcterms:created>
  <dcterms:modified xsi:type="dcterms:W3CDTF">2023-05-01T15:53:02Z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0x010100AE284AABCA0AD3438948330854908A41</vt:lpwstr>
  </property>
  <property fmtid="{D5CDD505-2E9C-101B-9397-08002B2CF9AE}" pid="3" name="MediaServiceImageTags">
    <vt:lpwstr/>
  </property>
</Properties>
</file>